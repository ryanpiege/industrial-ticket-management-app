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61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69E07E-8DB8-3754-036D-3FA4FF2B496F}" v="45" dt="2025-08-08T14:35:40.549"/>
    <p1510:client id="{347E0B57-2117-F3D9-62DC-6B87AF79C3B1}" v="1" dt="2025-08-08T17:33:03.848"/>
    <p1510:client id="{31EBAAE2-6D82-A52F-0538-4FAEDE195BD0}" v="335" dt="2025-08-07T20:03:25.876"/>
    <p1510:client id="{66210FA6-65EA-E4D5-BD83-5F094035C5B4}" v="9" dt="2025-08-08T12:58:29.350"/>
    <p1510:client id="{671DC550-2FEE-606A-4BAB-09E3E272A60E}" v="31" dt="2025-08-08T13:23:33.260"/>
    <p1510:client id="{C50841A8-2A52-DCAB-4E4B-1055E54C198C}" v="2" dt="2025-08-06T19:49:50.459"/>
    <p1510:client id="{817B4186-27B6-E753-2736-F2B7F8EEFCE9}" v="181" dt="2025-08-08T00:23:09.413"/>
    <p1510:client id="{D2753B67-D3ED-F7E5-9D9C-80FA5A7459F2}" v="123" dt="2025-08-07T14:53:32.730"/>
    <p1510:client id="{A0C005AE-60F2-900F-B9BE-B2C9DD58B245}" v="6" dt="2025-08-08T14:40:23.432"/>
    <p1510:client id="{B7F2153A-127D-A737-2249-4FED2B86C8A1}" v="19" dt="2025-08-08T14:14:58.201"/>
    <p1510:client id="{D88E8102-2202-FA4A-2BD3-8AC7336791C3}" v="24" dt="2025-08-06T17:52:33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75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LUCAS LOBATO SOUSA" userId="S::ryanlls@suzano.com.br::00b6a875-bab1-4b84-a258-96cb04b88265" providerId="AD" clId="Web-{817B4186-27B6-E753-2736-F2B7F8EEFCE9}"/>
    <pc:docChg chg="modSld">
      <pc:chgData name="RYAN LUCAS LOBATO SOUSA" userId="S::ryanlls@suzano.com.br::00b6a875-bab1-4b84-a258-96cb04b88265" providerId="AD" clId="Web-{817B4186-27B6-E753-2736-F2B7F8EEFCE9}" dt="2025-08-08T00:23:06.007" v="174" actId="20577"/>
      <pc:docMkLst>
        <pc:docMk/>
      </pc:docMkLst>
      <pc:sldChg chg="modSp">
        <pc:chgData name="RYAN LUCAS LOBATO SOUSA" userId="S::ryanlls@suzano.com.br::00b6a875-bab1-4b84-a258-96cb04b88265" providerId="AD" clId="Web-{817B4186-27B6-E753-2736-F2B7F8EEFCE9}" dt="2025-08-08T00:23:06.007" v="174" actId="20577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817B4186-27B6-E753-2736-F2B7F8EEFCE9}" dt="2025-08-08T00:08:12.071" v="54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05.404" v="2"/>
          <ac:spMkLst>
            <pc:docMk/>
            <pc:sldMk cId="0" sldId="257"/>
            <ac:spMk id="4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10.544" v="4"/>
          <ac:spMkLst>
            <pc:docMk/>
            <pc:sldMk cId="0" sldId="257"/>
            <ac:spMk id="5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8T00:04:02.296" v="44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8T00:23:06.007" v="17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13.873" v="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22.576" v="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8T00:10:05.304" v="131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25.810" v="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37.404" v="9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00.638" v="0"/>
          <ac:spMkLst>
            <pc:docMk/>
            <pc:sldMk cId="0" sldId="257"/>
            <ac:spMk id="22" creationId="{F65F395D-5564-999E-5779-637F5CBA038E}"/>
          </ac:spMkLst>
        </pc:spChg>
      </pc:sldChg>
      <pc:sldChg chg="modSp">
        <pc:chgData name="RYAN LUCAS LOBATO SOUSA" userId="S::ryanlls@suzano.com.br::00b6a875-bab1-4b84-a258-96cb04b88265" providerId="AD" clId="Web-{817B4186-27B6-E753-2736-F2B7F8EEFCE9}" dt="2025-08-07T23:43:50.515" v="36" actId="1076"/>
        <pc:sldMkLst>
          <pc:docMk/>
          <pc:sldMk cId="0" sldId="258"/>
        </pc:sldMkLst>
        <pc:spChg chg="mod">
          <ac:chgData name="RYAN LUCAS LOBATO SOUSA" userId="S::ryanlls@suzano.com.br::00b6a875-bab1-4b84-a258-96cb04b88265" providerId="AD" clId="Web-{817B4186-27B6-E753-2736-F2B7F8EEFCE9}" dt="2025-08-07T23:43:27.921" v="12" actId="1076"/>
          <ac:spMkLst>
            <pc:docMk/>
            <pc:sldMk cId="0" sldId="258"/>
            <ac:spMk id="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359" v="26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375" v="27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421" v="29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421" v="30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453" v="3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468" v="33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500" v="35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3:50.515" v="36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817B4186-27B6-E753-2736-F2B7F8EEFCE9}" dt="2025-08-07T23:42:58.858" v="10"/>
          <ac:spMkLst>
            <pc:docMk/>
            <pc:sldMk cId="0" sldId="258"/>
            <ac:spMk id="19" creationId="{5CC6057A-8296-A89E-59A2-96A8F01F71C4}"/>
          </ac:spMkLst>
        </pc:spChg>
        <pc:picChg chg="mod">
          <ac:chgData name="RYAN LUCAS LOBATO SOUSA" userId="S::ryanlls@suzano.com.br::00b6a875-bab1-4b84-a258-96cb04b88265" providerId="AD" clId="Web-{817B4186-27B6-E753-2736-F2B7F8EEFCE9}" dt="2025-08-07T23:43:50.343" v="25" actId="1076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RYAN LUCAS LOBATO SOUSA" userId="S::ryanlls@suzano.com.br::00b6a875-bab1-4b84-a258-96cb04b88265" providerId="AD" clId="Web-{817B4186-27B6-E753-2736-F2B7F8EEFCE9}" dt="2025-08-07T23:43:50.390" v="28" actId="1076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RYAN LUCAS LOBATO SOUSA" userId="S::ryanlls@suzano.com.br::00b6a875-bab1-4b84-a258-96cb04b88265" providerId="AD" clId="Web-{817B4186-27B6-E753-2736-F2B7F8EEFCE9}" dt="2025-08-07T23:43:50.437" v="31" actId="1076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RYAN LUCAS LOBATO SOUSA" userId="S::ryanlls@suzano.com.br::00b6a875-bab1-4b84-a258-96cb04b88265" providerId="AD" clId="Web-{817B4186-27B6-E753-2736-F2B7F8EEFCE9}" dt="2025-08-07T23:43:50.484" v="34" actId="1076"/>
          <ac:picMkLst>
            <pc:docMk/>
            <pc:sldMk cId="0" sldId="258"/>
            <ac:picMk id="13" creationId="{00000000-0000-0000-0000-000000000000}"/>
          </ac:picMkLst>
        </pc:picChg>
      </pc:sldChg>
      <pc:sldChg chg="modSp">
        <pc:chgData name="RYAN LUCAS LOBATO SOUSA" userId="S::ryanlls@suzano.com.br::00b6a875-bab1-4b84-a258-96cb04b88265" providerId="AD" clId="Web-{817B4186-27B6-E753-2736-F2B7F8EEFCE9}" dt="2025-08-08T00:22:47.132" v="172" actId="20577"/>
        <pc:sldMkLst>
          <pc:docMk/>
          <pc:sldMk cId="0" sldId="259"/>
        </pc:sldMkLst>
        <pc:spChg chg="mod">
          <ac:chgData name="RYAN LUCAS LOBATO SOUSA" userId="S::ryanlls@suzano.com.br::00b6a875-bab1-4b84-a258-96cb04b88265" providerId="AD" clId="Web-{817B4186-27B6-E753-2736-F2B7F8EEFCE9}" dt="2025-08-08T00:22:47.132" v="172" actId="20577"/>
          <ac:spMkLst>
            <pc:docMk/>
            <pc:sldMk cId="0" sldId="259"/>
            <ac:spMk id="12" creationId="{A82859BC-798A-D76E-6082-59D77936C1CA}"/>
          </ac:spMkLst>
        </pc:spChg>
        <pc:picChg chg="mod">
          <ac:chgData name="RYAN LUCAS LOBATO SOUSA" userId="S::ryanlls@suzano.com.br::00b6a875-bab1-4b84-a258-96cb04b88265" providerId="AD" clId="Web-{817B4186-27B6-E753-2736-F2B7F8EEFCE9}" dt="2025-08-08T00:22:27.944" v="161" actId="1076"/>
          <ac:picMkLst>
            <pc:docMk/>
            <pc:sldMk cId="0" sldId="259"/>
            <ac:picMk id="6" creationId="{249A293F-0CAF-482F-347F-524AA29C65CE}"/>
          </ac:picMkLst>
        </pc:picChg>
        <pc:picChg chg="mod">
          <ac:chgData name="RYAN LUCAS LOBATO SOUSA" userId="S::ryanlls@suzano.com.br::00b6a875-bab1-4b84-a258-96cb04b88265" providerId="AD" clId="Web-{817B4186-27B6-E753-2736-F2B7F8EEFCE9}" dt="2025-08-08T00:22:30.069" v="162" actId="1076"/>
          <ac:picMkLst>
            <pc:docMk/>
            <pc:sldMk cId="0" sldId="259"/>
            <ac:picMk id="8" creationId="{B0594D1D-F55D-744B-9AD7-5C7F274EB74F}"/>
          </ac:picMkLst>
        </pc:picChg>
      </pc:sldChg>
    </pc:docChg>
  </pc:docChgLst>
  <pc:docChgLst>
    <pc:chgData name="RYAN LUCAS LOBATO SOUSA" userId="S::ryanlls@suzano.com.br::00b6a875-bab1-4b84-a258-96cb04b88265" providerId="AD" clId="Web-{B14BE8F5-12B5-2328-DD1E-99DDFD101A4F}"/>
    <pc:docChg chg="delSld modSld">
      <pc:chgData name="RYAN LUCAS LOBATO SOUSA" userId="S::ryanlls@suzano.com.br::00b6a875-bab1-4b84-a258-96cb04b88265" providerId="AD" clId="Web-{B14BE8F5-12B5-2328-DD1E-99DDFD101A4F}" dt="2025-08-05T00:12:43.650" v="138" actId="14100"/>
      <pc:docMkLst>
        <pc:docMk/>
      </pc:docMkLst>
      <pc:sldChg chg="modSp">
        <pc:chgData name="RYAN LUCAS LOBATO SOUSA" userId="S::ryanlls@suzano.com.br::00b6a875-bab1-4b84-a258-96cb04b88265" providerId="AD" clId="Web-{B14BE8F5-12B5-2328-DD1E-99DDFD101A4F}" dt="2025-08-05T00:12:43.650" v="138" actId="14100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B14BE8F5-12B5-2328-DD1E-99DDFD101A4F}" dt="2025-08-05T00:09:58.538" v="93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11:36.399" v="113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11:51.821" v="117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10:29.960" v="97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11:46.274" v="116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12:43.650" v="138" actId="14100"/>
          <ac:spMkLst>
            <pc:docMk/>
            <pc:sldMk cId="0" sldId="257"/>
            <ac:spMk id="14" creationId="{00000000-0000-0000-0000-000000000000}"/>
          </ac:spMkLst>
        </pc:spChg>
      </pc:sldChg>
      <pc:sldChg chg="addSp delSp modSp">
        <pc:chgData name="RYAN LUCAS LOBATO SOUSA" userId="S::ryanlls@suzano.com.br::00b6a875-bab1-4b84-a258-96cb04b88265" providerId="AD" clId="Web-{B14BE8F5-12B5-2328-DD1E-99DDFD101A4F}" dt="2025-08-05T00:09:01.006" v="92" actId="20577"/>
        <pc:sldMkLst>
          <pc:docMk/>
          <pc:sldMk cId="0" sldId="258"/>
        </pc:sldMkLst>
        <pc:spChg chg="mod">
          <ac:chgData name="RYAN LUCAS LOBATO SOUSA" userId="S::ryanlls@suzano.com.br::00b6a875-bab1-4b84-a258-96cb04b88265" providerId="AD" clId="Web-{B14BE8F5-12B5-2328-DD1E-99DDFD101A4F}" dt="2025-08-05T00:09:01.006" v="92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661" v="65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692" v="6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739" v="6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755" v="69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817" v="71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833" v="72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864" v="74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14BE8F5-12B5-2328-DD1E-99DDFD101A4F}" dt="2025-08-05T00:08:13.895" v="75" actId="1076"/>
          <ac:spMkLst>
            <pc:docMk/>
            <pc:sldMk cId="0" sldId="258"/>
            <ac:spMk id="15" creationId="{00000000-0000-0000-0000-000000000000}"/>
          </ac:spMkLst>
        </pc:spChg>
        <pc:picChg chg="mod">
          <ac:chgData name="RYAN LUCAS LOBATO SOUSA" userId="S::ryanlls@suzano.com.br::00b6a875-bab1-4b84-a258-96cb04b88265" providerId="AD" clId="Web-{B14BE8F5-12B5-2328-DD1E-99DDFD101A4F}" dt="2025-08-05T00:08:13.645" v="64" actId="1076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RYAN LUCAS LOBATO SOUSA" userId="S::ryanlls@suzano.com.br::00b6a875-bab1-4b84-a258-96cb04b88265" providerId="AD" clId="Web-{B14BE8F5-12B5-2328-DD1E-99DDFD101A4F}" dt="2025-08-05T00:08:13.708" v="67" actId="1076"/>
          <ac:picMkLst>
            <pc:docMk/>
            <pc:sldMk cId="0" sldId="258"/>
            <ac:picMk id="7" creationId="{00000000-0000-0000-0000-000000000000}"/>
          </ac:picMkLst>
        </pc:picChg>
        <pc:picChg chg="add del mod">
          <ac:chgData name="RYAN LUCAS LOBATO SOUSA" userId="S::ryanlls@suzano.com.br::00b6a875-bab1-4b84-a258-96cb04b88265" providerId="AD" clId="Web-{B14BE8F5-12B5-2328-DD1E-99DDFD101A4F}" dt="2025-08-05T00:08:13.786" v="70" actId="1076"/>
          <ac:picMkLst>
            <pc:docMk/>
            <pc:sldMk cId="0" sldId="258"/>
            <ac:picMk id="10" creationId="{00000000-0000-0000-0000-000000000000}"/>
          </ac:picMkLst>
        </pc:picChg>
        <pc:picChg chg="mod">
          <ac:chgData name="RYAN LUCAS LOBATO SOUSA" userId="S::ryanlls@suzano.com.br::00b6a875-bab1-4b84-a258-96cb04b88265" providerId="AD" clId="Web-{B14BE8F5-12B5-2328-DD1E-99DDFD101A4F}" dt="2025-08-05T00:08:13.848" v="73" actId="1076"/>
          <ac:picMkLst>
            <pc:docMk/>
            <pc:sldMk cId="0" sldId="258"/>
            <ac:picMk id="13" creationId="{00000000-0000-0000-0000-000000000000}"/>
          </ac:picMkLst>
        </pc:picChg>
      </pc:sldChg>
      <pc:sldChg chg="modSp del">
        <pc:chgData name="RYAN LUCAS LOBATO SOUSA" userId="S::ryanlls@suzano.com.br::00b6a875-bab1-4b84-a258-96cb04b88265" providerId="AD" clId="Web-{B14BE8F5-12B5-2328-DD1E-99DDFD101A4F}" dt="2025-08-04T23:51:25.321" v="61"/>
        <pc:sldMkLst>
          <pc:docMk/>
          <pc:sldMk cId="0" sldId="260"/>
        </pc:sldMkLst>
      </pc:sldChg>
    </pc:docChg>
  </pc:docChgLst>
  <pc:docChgLst>
    <pc:chgData name="RYAN LUCAS LOBATO SOUSA" userId="S::ryanlls@suzano.com.br::00b6a875-bab1-4b84-a258-96cb04b88265" providerId="AD" clId="Web-{C50841A8-2A52-DCAB-4E4B-1055E54C198C}"/>
    <pc:docChg chg="modSld">
      <pc:chgData name="RYAN LUCAS LOBATO SOUSA" userId="S::ryanlls@suzano.com.br::00b6a875-bab1-4b84-a258-96cb04b88265" providerId="AD" clId="Web-{C50841A8-2A52-DCAB-4E4B-1055E54C198C}" dt="2025-08-06T19:49:50.459" v="1" actId="1076"/>
      <pc:docMkLst>
        <pc:docMk/>
      </pc:docMkLst>
      <pc:sldChg chg="modSp">
        <pc:chgData name="RYAN LUCAS LOBATO SOUSA" userId="S::ryanlls@suzano.com.br::00b6a875-bab1-4b84-a258-96cb04b88265" providerId="AD" clId="Web-{C50841A8-2A52-DCAB-4E4B-1055E54C198C}" dt="2025-08-06T19:46:42.160" v="0" actId="1076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C50841A8-2A52-DCAB-4E4B-1055E54C198C}" dt="2025-08-06T19:46:42.160" v="0" actId="1076"/>
          <ac:spMkLst>
            <pc:docMk/>
            <pc:sldMk cId="0" sldId="257"/>
            <ac:spMk id="2" creationId="{00000000-0000-0000-0000-000000000000}"/>
          </ac:spMkLst>
        </pc:spChg>
      </pc:sldChg>
      <pc:sldChg chg="modSp">
        <pc:chgData name="RYAN LUCAS LOBATO SOUSA" userId="S::ryanlls@suzano.com.br::00b6a875-bab1-4b84-a258-96cb04b88265" providerId="AD" clId="Web-{C50841A8-2A52-DCAB-4E4B-1055E54C198C}" dt="2025-08-06T19:49:50.459" v="1" actId="1076"/>
        <pc:sldMkLst>
          <pc:docMk/>
          <pc:sldMk cId="4125921475" sldId="262"/>
        </pc:sldMkLst>
      </pc:sldChg>
    </pc:docChg>
  </pc:docChgLst>
  <pc:docChgLst>
    <pc:chgData name="LUIZ FELIPE DE JESUS ARAUJO" userId="S::luizfja@suzano.com.br::8b8c4979-bde6-40ab-a171-3d1c8b10a712" providerId="AD" clId="Web-{D2753B67-D3ED-F7E5-9D9C-80FA5A7459F2}"/>
    <pc:docChg chg="modSld">
      <pc:chgData name="LUIZ FELIPE DE JESUS ARAUJO" userId="S::luizfja@suzano.com.br::8b8c4979-bde6-40ab-a171-3d1c8b10a712" providerId="AD" clId="Web-{D2753B67-D3ED-F7E5-9D9C-80FA5A7459F2}" dt="2025-08-07T14:53:46.216" v="105"/>
      <pc:docMkLst>
        <pc:docMk/>
      </pc:docMkLst>
      <pc:sldChg chg="addSp delSp modSp mod setBg">
        <pc:chgData name="LUIZ FELIPE DE JESUS ARAUJO" userId="S::luizfja@suzano.com.br::8b8c4979-bde6-40ab-a171-3d1c8b10a712" providerId="AD" clId="Web-{D2753B67-D3ED-F7E5-9D9C-80FA5A7459F2}" dt="2025-08-07T14:53:46.216" v="105"/>
        <pc:sldMkLst>
          <pc:docMk/>
          <pc:sldMk cId="0" sldId="256"/>
        </pc:sldMkLst>
        <pc:spChg chg="mod">
          <ac:chgData name="LUIZ FELIPE DE JESUS ARAUJO" userId="S::luizfja@suzano.com.br::8b8c4979-bde6-40ab-a171-3d1c8b10a712" providerId="AD" clId="Web-{D2753B67-D3ED-F7E5-9D9C-80FA5A7459F2}" dt="2025-08-07T14:53:46.216" v="105"/>
          <ac:spMkLst>
            <pc:docMk/>
            <pc:sldMk cId="0" sldId="256"/>
            <ac:spMk id="3" creationId="{00000000-0000-0000-0000-000000000000}"/>
          </ac:spMkLst>
        </pc:spChg>
        <pc:spChg chg="mod">
          <ac:chgData name="LUIZ FELIPE DE JESUS ARAUJO" userId="S::luizfja@suzano.com.br::8b8c4979-bde6-40ab-a171-3d1c8b10a712" providerId="AD" clId="Web-{D2753B67-D3ED-F7E5-9D9C-80FA5A7459F2}" dt="2025-08-07T14:53:46.216" v="105"/>
          <ac:spMkLst>
            <pc:docMk/>
            <pc:sldMk cId="0" sldId="256"/>
            <ac:spMk id="4" creationId="{00000000-0000-0000-0000-000000000000}"/>
          </ac:spMkLst>
        </pc:spChg>
        <pc:spChg chg="add">
          <ac:chgData name="LUIZ FELIPE DE JESUS ARAUJO" userId="S::luizfja@suzano.com.br::8b8c4979-bde6-40ab-a171-3d1c8b10a712" providerId="AD" clId="Web-{D2753B67-D3ED-F7E5-9D9C-80FA5A7459F2}" dt="2025-08-07T14:53:46.216" v="105"/>
          <ac:spMkLst>
            <pc:docMk/>
            <pc:sldMk cId="0" sldId="256"/>
            <ac:spMk id="11" creationId="{A3363022-C969-41E9-8EB2-E4C94908C1FA}"/>
          </ac:spMkLst>
        </pc:spChg>
        <pc:spChg chg="add">
          <ac:chgData name="LUIZ FELIPE DE JESUS ARAUJO" userId="S::luizfja@suzano.com.br::8b8c4979-bde6-40ab-a171-3d1c8b10a712" providerId="AD" clId="Web-{D2753B67-D3ED-F7E5-9D9C-80FA5A7459F2}" dt="2025-08-07T14:53:46.216" v="105"/>
          <ac:spMkLst>
            <pc:docMk/>
            <pc:sldMk cId="0" sldId="256"/>
            <ac:spMk id="13" creationId="{8D1AD6B3-BE88-4CEB-BA17-790657CC4729}"/>
          </ac:spMkLst>
        </pc:spChg>
        <pc:grpChg chg="add">
          <ac:chgData name="LUIZ FELIPE DE JESUS ARAUJO" userId="S::luizfja@suzano.com.br::8b8c4979-bde6-40ab-a171-3d1c8b10a712" providerId="AD" clId="Web-{D2753B67-D3ED-F7E5-9D9C-80FA5A7459F2}" dt="2025-08-07T14:53:46.216" v="105"/>
          <ac:grpSpMkLst>
            <pc:docMk/>
            <pc:sldMk cId="0" sldId="256"/>
            <ac:grpSpMk id="15" creationId="{89D1390B-7E13-4B4F-9CB2-391063412E54}"/>
          </ac:grpSpMkLst>
        </pc:grpChg>
        <pc:picChg chg="del mod">
          <ac:chgData name="LUIZ FELIPE DE JESUS ARAUJO" userId="S::luizfja@suzano.com.br::8b8c4979-bde6-40ab-a171-3d1c8b10a712" providerId="AD" clId="Web-{D2753B67-D3ED-F7E5-9D9C-80FA5A7459F2}" dt="2025-08-07T14:52:21.696" v="96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LUIZ FELIPE DE JESUS ARAUJO" userId="S::luizfja@suzano.com.br::8b8c4979-bde6-40ab-a171-3d1c8b10a712" providerId="AD" clId="Web-{D2753B67-D3ED-F7E5-9D9C-80FA5A7459F2}" dt="2025-08-07T14:52:48.556" v="100"/>
          <ac:picMkLst>
            <pc:docMk/>
            <pc:sldMk cId="0" sldId="256"/>
            <ac:picMk id="5" creationId="{3D2733A6-84D0-8526-9337-A1C7453DFB4A}"/>
          </ac:picMkLst>
        </pc:picChg>
        <pc:picChg chg="add mod">
          <ac:chgData name="LUIZ FELIPE DE JESUS ARAUJO" userId="S::luizfja@suzano.com.br::8b8c4979-bde6-40ab-a171-3d1c8b10a712" providerId="AD" clId="Web-{D2753B67-D3ED-F7E5-9D9C-80FA5A7459F2}" dt="2025-08-07T14:53:46.216" v="105"/>
          <ac:picMkLst>
            <pc:docMk/>
            <pc:sldMk cId="0" sldId="256"/>
            <ac:picMk id="6" creationId="{7253895E-A8BC-599D-8D20-416382BA97BC}"/>
          </ac:picMkLst>
        </pc:picChg>
      </pc:sldChg>
      <pc:sldChg chg="addSp delSp modSp">
        <pc:chgData name="LUIZ FELIPE DE JESUS ARAUJO" userId="S::luizfja@suzano.com.br::8b8c4979-bde6-40ab-a171-3d1c8b10a712" providerId="AD" clId="Web-{D2753B67-D3ED-F7E5-9D9C-80FA5A7459F2}" dt="2025-08-07T14:51:19.712" v="94" actId="14100"/>
        <pc:sldMkLst>
          <pc:docMk/>
          <pc:sldMk cId="0" sldId="259"/>
        </pc:sldMkLst>
        <pc:spChg chg="mod">
          <ac:chgData name="LUIZ FELIPE DE JESUS ARAUJO" userId="S::luizfja@suzano.com.br::8b8c4979-bde6-40ab-a171-3d1c8b10a712" providerId="AD" clId="Web-{D2753B67-D3ED-F7E5-9D9C-80FA5A7459F2}" dt="2025-08-07T14:33:05.299" v="25" actId="1076"/>
          <ac:spMkLst>
            <pc:docMk/>
            <pc:sldMk cId="0" sldId="259"/>
            <ac:spMk id="3" creationId="{00000000-0000-0000-0000-000000000000}"/>
          </ac:spMkLst>
        </pc:spChg>
        <pc:spChg chg="mod">
          <ac:chgData name="LUIZ FELIPE DE JESUS ARAUJO" userId="S::luizfja@suzano.com.br::8b8c4979-bde6-40ab-a171-3d1c8b10a712" providerId="AD" clId="Web-{D2753B67-D3ED-F7E5-9D9C-80FA5A7459F2}" dt="2025-08-07T14:40:59.773" v="68" actId="20577"/>
          <ac:spMkLst>
            <pc:docMk/>
            <pc:sldMk cId="0" sldId="259"/>
            <ac:spMk id="12" creationId="{A82859BC-798A-D76E-6082-59D77936C1CA}"/>
          </ac:spMkLst>
        </pc:spChg>
        <pc:picChg chg="add del mod">
          <ac:chgData name="LUIZ FELIPE DE JESUS ARAUJO" userId="S::luizfja@suzano.com.br::8b8c4979-bde6-40ab-a171-3d1c8b10a712" providerId="AD" clId="Web-{D2753B67-D3ED-F7E5-9D9C-80FA5A7459F2}" dt="2025-08-07T14:45:01.646" v="71"/>
          <ac:picMkLst>
            <pc:docMk/>
            <pc:sldMk cId="0" sldId="259"/>
            <ac:picMk id="2" creationId="{0CAE8DF2-78FF-49C4-1454-5446A3AD5AB7}"/>
          </ac:picMkLst>
        </pc:picChg>
        <pc:picChg chg="del mod">
          <ac:chgData name="LUIZ FELIPE DE JESUS ARAUJO" userId="S::luizfja@suzano.com.br::8b8c4979-bde6-40ab-a171-3d1c8b10a712" providerId="AD" clId="Web-{D2753B67-D3ED-F7E5-9D9C-80FA5A7459F2}" dt="2025-08-07T14:34:34.784" v="36"/>
          <ac:picMkLst>
            <pc:docMk/>
            <pc:sldMk cId="0" sldId="259"/>
            <ac:picMk id="5" creationId="{A62C4E15-D6A0-E7F5-D2B8-CDA41D17C4EA}"/>
          </ac:picMkLst>
        </pc:picChg>
        <pc:picChg chg="add mod">
          <ac:chgData name="LUIZ FELIPE DE JESUS ARAUJO" userId="S::luizfja@suzano.com.br::8b8c4979-bde6-40ab-a171-3d1c8b10a712" providerId="AD" clId="Web-{D2753B67-D3ED-F7E5-9D9C-80FA5A7459F2}" dt="2025-08-07T14:51:11.259" v="92" actId="1076"/>
          <ac:picMkLst>
            <pc:docMk/>
            <pc:sldMk cId="0" sldId="259"/>
            <ac:picMk id="6" creationId="{249A293F-0CAF-482F-347F-524AA29C65CE}"/>
          </ac:picMkLst>
        </pc:picChg>
        <pc:picChg chg="add del mod">
          <ac:chgData name="LUIZ FELIPE DE JESUS ARAUJO" userId="S::luizfja@suzano.com.br::8b8c4979-bde6-40ab-a171-3d1c8b10a712" providerId="AD" clId="Web-{D2753B67-D3ED-F7E5-9D9C-80FA5A7459F2}" dt="2025-08-07T14:48:48.980" v="85"/>
          <ac:picMkLst>
            <pc:docMk/>
            <pc:sldMk cId="0" sldId="259"/>
            <ac:picMk id="7" creationId="{6C813164-A75C-ED54-E050-9FD5D2B3A38C}"/>
          </ac:picMkLst>
        </pc:picChg>
        <pc:picChg chg="add mod">
          <ac:chgData name="LUIZ FELIPE DE JESUS ARAUJO" userId="S::luizfja@suzano.com.br::8b8c4979-bde6-40ab-a171-3d1c8b10a712" providerId="AD" clId="Web-{D2753B67-D3ED-F7E5-9D9C-80FA5A7459F2}" dt="2025-08-07T14:51:19.712" v="94" actId="14100"/>
          <ac:picMkLst>
            <pc:docMk/>
            <pc:sldMk cId="0" sldId="259"/>
            <ac:picMk id="8" creationId="{B0594D1D-F55D-744B-9AD7-5C7F274EB74F}"/>
          </ac:picMkLst>
        </pc:picChg>
      </pc:sldChg>
      <pc:sldChg chg="addSp delSp modSp">
        <pc:chgData name="LUIZ FELIPE DE JESUS ARAUJO" userId="S::luizfja@suzano.com.br::8b8c4979-bde6-40ab-a171-3d1c8b10a712" providerId="AD" clId="Web-{D2753B67-D3ED-F7E5-9D9C-80FA5A7459F2}" dt="2025-08-07T14:03:07.592" v="15"/>
        <pc:sldMkLst>
          <pc:docMk/>
          <pc:sldMk cId="4125921475" sldId="262"/>
        </pc:sldMkLst>
        <pc:spChg chg="add mod">
          <ac:chgData name="LUIZ FELIPE DE JESUS ARAUJO" userId="S::luizfja@suzano.com.br::8b8c4979-bde6-40ab-a171-3d1c8b10a712" providerId="AD" clId="Web-{D2753B67-D3ED-F7E5-9D9C-80FA5A7459F2}" dt="2025-08-07T14:03:07.592" v="15"/>
          <ac:spMkLst>
            <pc:docMk/>
            <pc:sldMk cId="4125921475" sldId="262"/>
            <ac:spMk id="1042" creationId="{BB366421-BB4D-F5DD-8FB0-3FD9887731E5}"/>
          </ac:spMkLst>
        </pc:spChg>
        <pc:graphicFrameChg chg="mod modGraphic">
          <ac:chgData name="LUIZ FELIPE DE JESUS ARAUJO" userId="S::luizfja@suzano.com.br::8b8c4979-bde6-40ab-a171-3d1c8b10a712" providerId="AD" clId="Web-{D2753B67-D3ED-F7E5-9D9C-80FA5A7459F2}" dt="2025-08-07T13:56:40.831" v="12" actId="1076"/>
          <ac:graphicFrameMkLst>
            <pc:docMk/>
            <pc:sldMk cId="4125921475" sldId="262"/>
            <ac:graphicFrameMk id="3" creationId="{A538CB07-D53F-9849-46B6-80D22D26C43E}"/>
          </ac:graphicFrameMkLst>
        </pc:graphicFrameChg>
        <pc:picChg chg="del mod">
          <ac:chgData name="LUIZ FELIPE DE JESUS ARAUJO" userId="S::luizfja@suzano.com.br::8b8c4979-bde6-40ab-a171-3d1c8b10a712" providerId="AD" clId="Web-{D2753B67-D3ED-F7E5-9D9C-80FA5A7459F2}" dt="2025-08-07T13:54:57.455" v="1"/>
          <ac:picMkLst>
            <pc:docMk/>
            <pc:sldMk cId="4125921475" sldId="262"/>
            <ac:picMk id="999" creationId="{D9CDAAEF-61F2-95DA-1577-5FC2EDDC4A1D}"/>
          </ac:picMkLst>
        </pc:picChg>
      </pc:sldChg>
    </pc:docChg>
  </pc:docChgLst>
  <pc:docChgLst>
    <pc:chgData name="RYAN LUCAS LOBATO SOUSA" userId="S::ryanlls@suzano.com.br::00b6a875-bab1-4b84-a258-96cb04b88265" providerId="AD" clId="Web-{B7F2153A-127D-A737-2249-4FED2B86C8A1}"/>
    <pc:docChg chg="modSld">
      <pc:chgData name="RYAN LUCAS LOBATO SOUSA" userId="S::ryanlls@suzano.com.br::00b6a875-bab1-4b84-a258-96cb04b88265" providerId="AD" clId="Web-{B7F2153A-127D-A737-2249-4FED2B86C8A1}" dt="2025-08-08T14:14:57.139" v="16" actId="20577"/>
      <pc:docMkLst>
        <pc:docMk/>
      </pc:docMkLst>
      <pc:sldChg chg="modSp">
        <pc:chgData name="RYAN LUCAS LOBATO SOUSA" userId="S::ryanlls@suzano.com.br::00b6a875-bab1-4b84-a258-96cb04b88265" providerId="AD" clId="Web-{B7F2153A-127D-A737-2249-4FED2B86C8A1}" dt="2025-08-08T14:14:57.139" v="16" actId="20577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B7F2153A-127D-A737-2249-4FED2B86C8A1}" dt="2025-08-08T13:42:37.724" v="1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B7F2153A-127D-A737-2249-4FED2B86C8A1}" dt="2025-08-08T14:14:57.139" v="16" actId="20577"/>
          <ac:spMkLst>
            <pc:docMk/>
            <pc:sldMk cId="0" sldId="257"/>
            <ac:spMk id="14" creationId="{00000000-0000-0000-0000-000000000000}"/>
          </ac:spMkLst>
        </pc:spChg>
      </pc:sldChg>
    </pc:docChg>
  </pc:docChgLst>
  <pc:docChgLst>
    <pc:chgData name="LUIZ FELIPE DE JESUS ARAUJO" userId="S::luizfja@suzano.com.br::8b8c4979-bde6-40ab-a171-3d1c8b10a712" providerId="AD" clId="Web-{C370DFBF-6E18-3CBE-9466-D769B09BA16E}"/>
    <pc:docChg chg="modSld">
      <pc:chgData name="LUIZ FELIPE DE JESUS ARAUJO" userId="S::luizfja@suzano.com.br::8b8c4979-bde6-40ab-a171-3d1c8b10a712" providerId="AD" clId="Web-{C370DFBF-6E18-3CBE-9466-D769B09BA16E}" dt="2025-08-05T14:02:14.446" v="22" actId="14100"/>
      <pc:docMkLst>
        <pc:docMk/>
      </pc:docMkLst>
      <pc:sldChg chg="addSp delSp modSp">
        <pc:chgData name="LUIZ FELIPE DE JESUS ARAUJO" userId="S::luizfja@suzano.com.br::8b8c4979-bde6-40ab-a171-3d1c8b10a712" providerId="AD" clId="Web-{C370DFBF-6E18-3CBE-9466-D769B09BA16E}" dt="2025-08-05T14:02:14.446" v="22" actId="14100"/>
        <pc:sldMkLst>
          <pc:docMk/>
          <pc:sldMk cId="0" sldId="259"/>
        </pc:sldMkLst>
        <pc:spChg chg="mod">
          <ac:chgData name="LUIZ FELIPE DE JESUS ARAUJO" userId="S::luizfja@suzano.com.br::8b8c4979-bde6-40ab-a171-3d1c8b10a712" providerId="AD" clId="Web-{C370DFBF-6E18-3CBE-9466-D769B09BA16E}" dt="2025-08-05T13:42:55.825" v="8" actId="20577"/>
          <ac:spMkLst>
            <pc:docMk/>
            <pc:sldMk cId="0" sldId="259"/>
            <ac:spMk id="12" creationId="{A82859BC-798A-D76E-6082-59D77936C1CA}"/>
          </ac:spMkLst>
        </pc:spChg>
      </pc:sldChg>
    </pc:docChg>
  </pc:docChgLst>
  <pc:docChgLst>
    <pc:chgData name="LUIZ FELIPE DE JESUS ARAUJO" userId="S::luizfja@suzano.com.br::8b8c4979-bde6-40ab-a171-3d1c8b10a712" providerId="AD" clId="Web-{6972E6EF-5291-CF42-AAFA-728B753D779F}"/>
    <pc:docChg chg="addSld modSld sldOrd">
      <pc:chgData name="LUIZ FELIPE DE JESUS ARAUJO" userId="S::luizfja@suzano.com.br::8b8c4979-bde6-40ab-a171-3d1c8b10a712" providerId="AD" clId="Web-{6972E6EF-5291-CF42-AAFA-728B753D779F}" dt="2025-08-01T17:23:09.609" v="123"/>
      <pc:docMkLst>
        <pc:docMk/>
      </pc:docMkLst>
      <pc:sldChg chg="addSp delSp modSp ord">
        <pc:chgData name="LUIZ FELIPE DE JESUS ARAUJO" userId="S::luizfja@suzano.com.br::8b8c4979-bde6-40ab-a171-3d1c8b10a712" providerId="AD" clId="Web-{6972E6EF-5291-CF42-AAFA-728B753D779F}" dt="2025-08-01T17:23:09.609" v="123"/>
        <pc:sldMkLst>
          <pc:docMk/>
          <pc:sldMk cId="0" sldId="259"/>
        </pc:sldMkLst>
        <pc:spChg chg="mod">
          <ac:chgData name="LUIZ FELIPE DE JESUS ARAUJO" userId="S::luizfja@suzano.com.br::8b8c4979-bde6-40ab-a171-3d1c8b10a712" providerId="AD" clId="Web-{6972E6EF-5291-CF42-AAFA-728B753D779F}" dt="2025-08-01T17:07:07.545" v="9" actId="20577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LUIZ FELIPE DE JESUS ARAUJO" userId="S::luizfja@suzano.com.br::8b8c4979-bde6-40ab-a171-3d1c8b10a712" providerId="AD" clId="Web-{6972E6EF-5291-CF42-AAFA-728B753D779F}" dt="2025-08-01T17:18:58.106" v="109" actId="20577"/>
          <ac:spMkLst>
            <pc:docMk/>
            <pc:sldMk cId="0" sldId="259"/>
            <ac:spMk id="12" creationId="{A82859BC-798A-D76E-6082-59D77936C1CA}"/>
          </ac:spMkLst>
        </pc:spChg>
      </pc:sldChg>
      <pc:sldChg chg="addSp modSp new">
        <pc:chgData name="LUIZ FELIPE DE JESUS ARAUJO" userId="S::luizfja@suzano.com.br::8b8c4979-bde6-40ab-a171-3d1c8b10a712" providerId="AD" clId="Web-{6972E6EF-5291-CF42-AAFA-728B753D779F}" dt="2025-08-01T17:22:03.812" v="122" actId="1076"/>
        <pc:sldMkLst>
          <pc:docMk/>
          <pc:sldMk cId="4125921475" sldId="262"/>
        </pc:sldMkLst>
        <pc:spChg chg="add mod">
          <ac:chgData name="LUIZ FELIPE DE JESUS ARAUJO" userId="S::luizfja@suzano.com.br::8b8c4979-bde6-40ab-a171-3d1c8b10a712" providerId="AD" clId="Web-{6972E6EF-5291-CF42-AAFA-728B753D779F}" dt="2025-08-01T17:22:03.812" v="122" actId="1076"/>
          <ac:spMkLst>
            <pc:docMk/>
            <pc:sldMk cId="4125921475" sldId="262"/>
            <ac:spMk id="2" creationId="{401080D3-CB4A-9B1E-094D-72AAFD1B21D1}"/>
          </ac:spMkLst>
        </pc:spChg>
      </pc:sldChg>
    </pc:docChg>
  </pc:docChgLst>
  <pc:docChgLst>
    <pc:chgData name="LUIZ FELIPE DE JESUS ARAUJO" userId="S::luizfja@suzano.com.br::8b8c4979-bde6-40ab-a171-3d1c8b10a712" providerId="AD" clId="Web-{D9362E1B-9E07-8167-3748-5E80D0F75FBA}"/>
    <pc:docChg chg="modSld">
      <pc:chgData name="LUIZ FELIPE DE JESUS ARAUJO" userId="S::luizfja@suzano.com.br::8b8c4979-bde6-40ab-a171-3d1c8b10a712" providerId="AD" clId="Web-{D9362E1B-9E07-8167-3748-5E80D0F75FBA}" dt="2025-08-05T14:14:06.700" v="18" actId="1076"/>
      <pc:docMkLst>
        <pc:docMk/>
      </pc:docMkLst>
      <pc:sldChg chg="modSp">
        <pc:chgData name="LUIZ FELIPE DE JESUS ARAUJO" userId="S::luizfja@suzano.com.br::8b8c4979-bde6-40ab-a171-3d1c8b10a712" providerId="AD" clId="Web-{D9362E1B-9E07-8167-3748-5E80D0F75FBA}" dt="2025-08-05T14:05:16.062" v="8" actId="20577"/>
        <pc:sldMkLst>
          <pc:docMk/>
          <pc:sldMk cId="0" sldId="259"/>
        </pc:sldMkLst>
        <pc:spChg chg="mod">
          <ac:chgData name="LUIZ FELIPE DE JESUS ARAUJO" userId="S::luizfja@suzano.com.br::8b8c4979-bde6-40ab-a171-3d1c8b10a712" providerId="AD" clId="Web-{D9362E1B-9E07-8167-3748-5E80D0F75FBA}" dt="2025-08-05T14:05:16.062" v="8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">
        <pc:chgData name="LUIZ FELIPE DE JESUS ARAUJO" userId="S::luizfja@suzano.com.br::8b8c4979-bde6-40ab-a171-3d1c8b10a712" providerId="AD" clId="Web-{D9362E1B-9E07-8167-3748-5E80D0F75FBA}" dt="2025-08-05T14:14:06.700" v="18" actId="1076"/>
        <pc:sldMkLst>
          <pc:docMk/>
          <pc:sldMk cId="4125921475" sldId="262"/>
        </pc:sldMkLst>
        <pc:spChg chg="mod">
          <ac:chgData name="LUIZ FELIPE DE JESUS ARAUJO" userId="S::luizfja@suzano.com.br::8b8c4979-bde6-40ab-a171-3d1c8b10a712" providerId="AD" clId="Web-{D9362E1B-9E07-8167-3748-5E80D0F75FBA}" dt="2025-08-05T14:14:06.700" v="18" actId="1076"/>
          <ac:spMkLst>
            <pc:docMk/>
            <pc:sldMk cId="4125921475" sldId="262"/>
            <ac:spMk id="2" creationId="{401080D3-CB4A-9B1E-094D-72AAFD1B21D1}"/>
          </ac:spMkLst>
        </pc:spChg>
      </pc:sldChg>
    </pc:docChg>
  </pc:docChgLst>
  <pc:docChgLst>
    <pc:chgData name="RYAN LUCAS LOBATO SOUSA" userId="S::ryanlls@suzano.com.br::00b6a875-bab1-4b84-a258-96cb04b88265" providerId="AD" clId="Web-{3CDA68F1-1D95-2E21-74F5-EF4B8558216C}"/>
    <pc:docChg chg="modSld">
      <pc:chgData name="RYAN LUCAS LOBATO SOUSA" userId="S::ryanlls@suzano.com.br::00b6a875-bab1-4b84-a258-96cb04b88265" providerId="AD" clId="Web-{3CDA68F1-1D95-2E21-74F5-EF4B8558216C}" dt="2025-08-05T14:41:09.728" v="19" actId="1076"/>
      <pc:docMkLst>
        <pc:docMk/>
      </pc:docMkLst>
      <pc:sldChg chg="addSp delSp modSp addAnim">
        <pc:chgData name="RYAN LUCAS LOBATO SOUSA" userId="S::ryanlls@suzano.com.br::00b6a875-bab1-4b84-a258-96cb04b88265" providerId="AD" clId="Web-{3CDA68F1-1D95-2E21-74F5-EF4B8558216C}" dt="2025-08-05T14:41:09.728" v="19" actId="1076"/>
        <pc:sldMkLst>
          <pc:docMk/>
          <pc:sldMk cId="0" sldId="259"/>
        </pc:sldMkLst>
        <pc:spChg chg="add mod ord">
          <ac:chgData name="RYAN LUCAS LOBATO SOUSA" userId="S::ryanlls@suzano.com.br::00b6a875-bab1-4b84-a258-96cb04b88265" providerId="AD" clId="Web-{3CDA68F1-1D95-2E21-74F5-EF4B8558216C}" dt="2025-08-05T14:40:52.509" v="15"/>
          <ac:spMkLst>
            <pc:docMk/>
            <pc:sldMk cId="0" sldId="259"/>
            <ac:spMk id="4" creationId="{13F284C7-2053-41DE-4956-288CD0E56F4D}"/>
          </ac:spMkLst>
        </pc:spChg>
      </pc:sldChg>
    </pc:docChg>
  </pc:docChgLst>
  <pc:docChgLst>
    <pc:chgData name="RYAN LUCAS LOBATO SOUSA" userId="S::ryanlls@suzano.com.br::00b6a875-bab1-4b84-a258-96cb04b88265" providerId="AD" clId="Web-{671DC550-2FEE-606A-4BAB-09E3E272A60E}"/>
    <pc:docChg chg="modSld">
      <pc:chgData name="RYAN LUCAS LOBATO SOUSA" userId="S::ryanlls@suzano.com.br::00b6a875-bab1-4b84-a258-96cb04b88265" providerId="AD" clId="Web-{671DC550-2FEE-606A-4BAB-09E3E272A60E}" dt="2025-08-08T13:23:33.135" v="28" actId="20577"/>
      <pc:docMkLst>
        <pc:docMk/>
      </pc:docMkLst>
      <pc:sldChg chg="modSp">
        <pc:chgData name="RYAN LUCAS LOBATO SOUSA" userId="S::ryanlls@suzano.com.br::00b6a875-bab1-4b84-a258-96cb04b88265" providerId="AD" clId="Web-{671DC550-2FEE-606A-4BAB-09E3E272A60E}" dt="2025-08-08T13:23:33.135" v="28" actId="20577"/>
        <pc:sldMkLst>
          <pc:docMk/>
          <pc:sldMk cId="0" sldId="256"/>
        </pc:sldMkLst>
        <pc:spChg chg="mod">
          <ac:chgData name="RYAN LUCAS LOBATO SOUSA" userId="S::ryanlls@suzano.com.br::00b6a875-bab1-4b84-a258-96cb04b88265" providerId="AD" clId="Web-{671DC550-2FEE-606A-4BAB-09E3E272A60E}" dt="2025-08-08T13:23:33.135" v="28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RYAN LUCAS LOBATO SOUSA" userId="S::ryanlls@suzano.com.br::00b6a875-bab1-4b84-a258-96cb04b88265" providerId="AD" clId="Web-{671DC550-2FEE-606A-4BAB-09E3E272A60E}" dt="2025-08-08T13:23:15.806" v="25" actId="20577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671DC550-2FEE-606A-4BAB-09E3E272A60E}" dt="2025-08-08T13:23:15.806" v="25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">
        <pc:chgData name="RYAN LUCAS LOBATO SOUSA" userId="S::ryanlls@suzano.com.br::00b6a875-bab1-4b84-a258-96cb04b88265" providerId="AD" clId="Web-{671DC550-2FEE-606A-4BAB-09E3E272A60E}" dt="2025-08-08T12:11:53.775" v="6" actId="20577"/>
        <pc:sldMkLst>
          <pc:docMk/>
          <pc:sldMk cId="0" sldId="258"/>
        </pc:sldMkLst>
        <pc:spChg chg="mod">
          <ac:chgData name="RYAN LUCAS LOBATO SOUSA" userId="S::ryanlls@suzano.com.br::00b6a875-bab1-4b84-a258-96cb04b88265" providerId="AD" clId="Web-{671DC550-2FEE-606A-4BAB-09E3E272A60E}" dt="2025-08-08T12:11:53.775" v="6" actId="20577"/>
          <ac:spMkLst>
            <pc:docMk/>
            <pc:sldMk cId="0" sldId="258"/>
            <ac:spMk id="9" creationId="{00000000-0000-0000-0000-000000000000}"/>
          </ac:spMkLst>
        </pc:spChg>
      </pc:sldChg>
    </pc:docChg>
  </pc:docChgLst>
  <pc:docChgLst>
    <pc:chgData name="RYAN LUCAS LOBATO SOUSA" userId="S::ryanlls@suzano.com.br::00b6a875-bab1-4b84-a258-96cb04b88265" providerId="AD" clId="Web-{31EBAAE2-6D82-A52F-0538-4FAEDE195BD0}"/>
    <pc:docChg chg="addSld delSld modSld">
      <pc:chgData name="RYAN LUCAS LOBATO SOUSA" userId="S::ryanlls@suzano.com.br::00b6a875-bab1-4b84-a258-96cb04b88265" providerId="AD" clId="Web-{31EBAAE2-6D82-A52F-0538-4FAEDE195BD0}" dt="2025-08-07T20:03:25.876" v="289"/>
      <pc:docMkLst>
        <pc:docMk/>
      </pc:docMkLst>
      <pc:sldChg chg="modSp">
        <pc:chgData name="RYAN LUCAS LOBATO SOUSA" userId="S::ryanlls@suzano.com.br::00b6a875-bab1-4b84-a258-96cb04b88265" providerId="AD" clId="Web-{31EBAAE2-6D82-A52F-0538-4FAEDE195BD0}" dt="2025-08-07T19:56:55.891" v="283" actId="14100"/>
        <pc:sldMkLst>
          <pc:docMk/>
          <pc:sldMk cId="0" sldId="256"/>
        </pc:sldMkLst>
        <pc:spChg chg="mod">
          <ac:chgData name="RYAN LUCAS LOBATO SOUSA" userId="S::ryanlls@suzano.com.br::00b6a875-bab1-4b84-a258-96cb04b88265" providerId="AD" clId="Web-{31EBAAE2-6D82-A52F-0538-4FAEDE195BD0}" dt="2025-08-07T19:56:52.359" v="28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56:55.891" v="283" actId="14100"/>
          <ac:spMkLst>
            <pc:docMk/>
            <pc:sldMk cId="0" sldId="256"/>
            <ac:spMk id="4" creationId="{00000000-0000-0000-0000-000000000000}"/>
          </ac:spMkLst>
        </pc:spChg>
      </pc:sldChg>
      <pc:sldChg chg="addSp modSp">
        <pc:chgData name="RYAN LUCAS LOBATO SOUSA" userId="S::ryanlls@suzano.com.br::00b6a875-bab1-4b84-a258-96cb04b88265" providerId="AD" clId="Web-{31EBAAE2-6D82-A52F-0538-4FAEDE195BD0}" dt="2025-08-07T20:03:25.876" v="289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31EBAAE2-6D82-A52F-0538-4FAEDE195BD0}" dt="2025-08-07T19:35:20.744" v="7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40:26.448" v="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41:28.433" v="83"/>
          <ac:spMkLst>
            <pc:docMk/>
            <pc:sldMk cId="0" sldId="257"/>
            <ac:spMk id="5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56:34.453" v="27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41:03.542" v="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41:15.042" v="8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56:30.562" v="275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41:09.402" v="7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41:20.667" v="81"/>
          <ac:spMkLst>
            <pc:docMk/>
            <pc:sldMk cId="0" sldId="257"/>
            <ac:spMk id="17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56:39.453" v="280" actId="20577"/>
          <ac:spMkLst>
            <pc:docMk/>
            <pc:sldMk cId="0" sldId="257"/>
            <ac:spMk id="19" creationId="{00000000-0000-0000-0000-000000000000}"/>
          </ac:spMkLst>
        </pc:spChg>
        <pc:spChg chg="add mod">
          <ac:chgData name="RYAN LUCAS LOBATO SOUSA" userId="S::ryanlls@suzano.com.br::00b6a875-bab1-4b84-a258-96cb04b88265" providerId="AD" clId="Web-{31EBAAE2-6D82-A52F-0538-4FAEDE195BD0}" dt="2025-08-07T20:03:25.876" v="289"/>
          <ac:spMkLst>
            <pc:docMk/>
            <pc:sldMk cId="0" sldId="257"/>
            <ac:spMk id="22" creationId="{F65F395D-5564-999E-5779-637F5CBA038E}"/>
          </ac:spMkLst>
        </pc:spChg>
        <pc:picChg chg="add">
          <ac:chgData name="RYAN LUCAS LOBATO SOUSA" userId="S::ryanlls@suzano.com.br::00b6a875-bab1-4b84-a258-96cb04b88265" providerId="AD" clId="Web-{31EBAAE2-6D82-A52F-0538-4FAEDE195BD0}" dt="2025-08-07T19:48:10.700" v="137"/>
          <ac:picMkLst>
            <pc:docMk/>
            <pc:sldMk cId="0" sldId="257"/>
            <ac:picMk id="24" creationId="{46541FD4-8E70-E9E1-D26C-41E4EAE2CA77}"/>
          </ac:picMkLst>
        </pc:picChg>
      </pc:sldChg>
      <pc:sldChg chg="addSp delSp modSp">
        <pc:chgData name="RYAN LUCAS LOBATO SOUSA" userId="S::ryanlls@suzano.com.br::00b6a875-bab1-4b84-a258-96cb04b88265" providerId="AD" clId="Web-{31EBAAE2-6D82-A52F-0538-4FAEDE195BD0}" dt="2025-08-07T19:57:10.875" v="285" actId="20577"/>
        <pc:sldMkLst>
          <pc:docMk/>
          <pc:sldMk cId="0" sldId="258"/>
        </pc:sldMkLst>
        <pc:spChg chg="mod">
          <ac:chgData name="RYAN LUCAS LOBATO SOUSA" userId="S::ryanlls@suzano.com.br::00b6a875-bab1-4b84-a258-96cb04b88265" providerId="AD" clId="Web-{31EBAAE2-6D82-A52F-0538-4FAEDE195BD0}" dt="2025-08-07T19:57:10.875" v="285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1EBAAE2-6D82-A52F-0538-4FAEDE195BD0}" dt="2025-08-07T19:01:03.171" v="57" actId="20577"/>
          <ac:spMkLst>
            <pc:docMk/>
            <pc:sldMk cId="0" sldId="258"/>
            <ac:spMk id="11" creationId="{00000000-0000-0000-0000-000000000000}"/>
          </ac:spMkLst>
        </pc:spChg>
        <pc:spChg chg="add mod ord">
          <ac:chgData name="RYAN LUCAS LOBATO SOUSA" userId="S::ryanlls@suzano.com.br::00b6a875-bab1-4b84-a258-96cb04b88265" providerId="AD" clId="Web-{31EBAAE2-6D82-A52F-0538-4FAEDE195BD0}" dt="2025-08-07T19:45:23.027" v="108" actId="14100"/>
          <ac:spMkLst>
            <pc:docMk/>
            <pc:sldMk cId="0" sldId="258"/>
            <ac:spMk id="19" creationId="{5CC6057A-8296-A89E-59A2-96A8F01F71C4}"/>
          </ac:spMkLst>
        </pc:spChg>
        <pc:picChg chg="add del mod ord">
          <ac:chgData name="RYAN LUCAS LOBATO SOUSA" userId="S::ryanlls@suzano.com.br::00b6a875-bab1-4b84-a258-96cb04b88265" providerId="AD" clId="Web-{31EBAAE2-6D82-A52F-0538-4FAEDE195BD0}" dt="2025-08-07T19:43:35.449" v="98"/>
          <ac:picMkLst>
            <pc:docMk/>
            <pc:sldMk cId="0" sldId="258"/>
            <ac:picMk id="2" creationId="{13DBBE88-B348-921B-DFDE-B7CD6569911A}"/>
          </ac:picMkLst>
        </pc:picChg>
        <pc:picChg chg="add del mod">
          <ac:chgData name="RYAN LUCAS LOBATO SOUSA" userId="S::ryanlls@suzano.com.br::00b6a875-bab1-4b84-a258-96cb04b88265" providerId="AD" clId="Web-{31EBAAE2-6D82-A52F-0538-4FAEDE195BD0}" dt="2025-08-07T19:44:01.308" v="100"/>
          <ac:picMkLst>
            <pc:docMk/>
            <pc:sldMk cId="0" sldId="258"/>
            <ac:picMk id="16" creationId="{8AEA9A9A-BE0A-2ADD-6AD2-BE715AC5C10F}"/>
          </ac:picMkLst>
        </pc:picChg>
        <pc:picChg chg="add del mod">
          <ac:chgData name="RYAN LUCAS LOBATO SOUSA" userId="S::ryanlls@suzano.com.br::00b6a875-bab1-4b84-a258-96cb04b88265" providerId="AD" clId="Web-{31EBAAE2-6D82-A52F-0538-4FAEDE195BD0}" dt="2025-08-07T19:44:33.371" v="102"/>
          <ac:picMkLst>
            <pc:docMk/>
            <pc:sldMk cId="0" sldId="258"/>
            <ac:picMk id="17" creationId="{BC10D361-F12C-A82F-727E-A60C32E85FD9}"/>
          </ac:picMkLst>
        </pc:picChg>
        <pc:picChg chg="add del mod">
          <ac:chgData name="RYAN LUCAS LOBATO SOUSA" userId="S::ryanlls@suzano.com.br::00b6a875-bab1-4b84-a258-96cb04b88265" providerId="AD" clId="Web-{31EBAAE2-6D82-A52F-0538-4FAEDE195BD0}" dt="2025-08-07T19:44:42.496" v="104"/>
          <ac:picMkLst>
            <pc:docMk/>
            <pc:sldMk cId="0" sldId="258"/>
            <ac:picMk id="18" creationId="{8C787BF3-4881-8509-065C-352506B82BF9}"/>
          </ac:picMkLst>
        </pc:picChg>
        <pc:picChg chg="add mod">
          <ac:chgData name="RYAN LUCAS LOBATO SOUSA" userId="S::ryanlls@suzano.com.br::00b6a875-bab1-4b84-a258-96cb04b88265" providerId="AD" clId="Web-{31EBAAE2-6D82-A52F-0538-4FAEDE195BD0}" dt="2025-08-07T19:47:52.825" v="136" actId="1076"/>
          <ac:picMkLst>
            <pc:docMk/>
            <pc:sldMk cId="0" sldId="258"/>
            <ac:picMk id="20" creationId="{B3A800D1-CEDF-E262-979F-02E541DBC356}"/>
          </ac:picMkLst>
        </pc:picChg>
      </pc:sldChg>
      <pc:sldChg chg="addSp delSp modSp">
        <pc:chgData name="RYAN LUCAS LOBATO SOUSA" userId="S::ryanlls@suzano.com.br::00b6a875-bab1-4b84-a258-96cb04b88265" providerId="AD" clId="Web-{31EBAAE2-6D82-A52F-0538-4FAEDE195BD0}" dt="2025-08-07T20:02:39.469" v="287" actId="1076"/>
        <pc:sldMkLst>
          <pc:docMk/>
          <pc:sldMk cId="0" sldId="259"/>
        </pc:sldMkLst>
        <pc:spChg chg="mod">
          <ac:chgData name="RYAN LUCAS LOBATO SOUSA" userId="S::ryanlls@suzano.com.br::00b6a875-bab1-4b84-a258-96cb04b88265" providerId="AD" clId="Web-{31EBAAE2-6D82-A52F-0538-4FAEDE195BD0}" dt="2025-08-07T15:04:30.886" v="9" actId="1076"/>
          <ac:spMkLst>
            <pc:docMk/>
            <pc:sldMk cId="0" sldId="259"/>
            <ac:spMk id="3" creationId="{00000000-0000-0000-0000-000000000000}"/>
          </ac:spMkLst>
        </pc:spChg>
        <pc:spChg chg="add del mod ord">
          <ac:chgData name="RYAN LUCAS LOBATO SOUSA" userId="S::ryanlls@suzano.com.br::00b6a875-bab1-4b84-a258-96cb04b88265" providerId="AD" clId="Web-{31EBAAE2-6D82-A52F-0538-4FAEDE195BD0}" dt="2025-08-07T20:02:36.469" v="286"/>
          <ac:spMkLst>
            <pc:docMk/>
            <pc:sldMk cId="0" sldId="259"/>
            <ac:spMk id="5" creationId="{933CB641-EB43-E01B-0F8E-FF6A72521F40}"/>
          </ac:spMkLst>
        </pc:spChg>
        <pc:spChg chg="add del mod">
          <ac:chgData name="RYAN LUCAS LOBATO SOUSA" userId="S::ryanlls@suzano.com.br::00b6a875-bab1-4b84-a258-96cb04b88265" providerId="AD" clId="Web-{31EBAAE2-6D82-A52F-0538-4FAEDE195BD0}" dt="2025-08-07T19:53:43.577" v="249" actId="20577"/>
          <ac:spMkLst>
            <pc:docMk/>
            <pc:sldMk cId="0" sldId="259"/>
            <ac:spMk id="7" creationId="{C1F4915F-810C-3F70-09F4-30349EAF64C3}"/>
          </ac:spMkLst>
        </pc:spChg>
        <pc:spChg chg="add del mod">
          <ac:chgData name="RYAN LUCAS LOBATO SOUSA" userId="S::ryanlls@suzano.com.br::00b6a875-bab1-4b84-a258-96cb04b88265" providerId="AD" clId="Web-{31EBAAE2-6D82-A52F-0538-4FAEDE195BD0}" dt="2025-08-07T19:53:23.249" v="234" actId="14100"/>
          <ac:spMkLst>
            <pc:docMk/>
            <pc:sldMk cId="0" sldId="259"/>
            <ac:spMk id="9" creationId="{F0D49FA5-0531-9CF4-DF3A-87970BDD84FF}"/>
          </ac:spMkLst>
        </pc:spChg>
        <pc:spChg chg="mod ord">
          <ac:chgData name="RYAN LUCAS LOBATO SOUSA" userId="S::ryanlls@suzano.com.br::00b6a875-bab1-4b84-a258-96cb04b88265" providerId="AD" clId="Web-{31EBAAE2-6D82-A52F-0538-4FAEDE195BD0}" dt="2025-08-07T19:52:36.765" v="225" actId="20577"/>
          <ac:spMkLst>
            <pc:docMk/>
            <pc:sldMk cId="0" sldId="259"/>
            <ac:spMk id="12" creationId="{A82859BC-798A-D76E-6082-59D77936C1CA}"/>
          </ac:spMkLst>
        </pc:spChg>
        <pc:picChg chg="mod">
          <ac:chgData name="RYAN LUCAS LOBATO SOUSA" userId="S::ryanlls@suzano.com.br::00b6a875-bab1-4b84-a258-96cb04b88265" providerId="AD" clId="Web-{31EBAAE2-6D82-A52F-0538-4FAEDE195BD0}" dt="2025-08-07T19:50:37.014" v="164" actId="1076"/>
          <ac:picMkLst>
            <pc:docMk/>
            <pc:sldMk cId="0" sldId="259"/>
            <ac:picMk id="6" creationId="{249A293F-0CAF-482F-347F-524AA29C65CE}"/>
          </ac:picMkLst>
        </pc:picChg>
        <pc:picChg chg="mod">
          <ac:chgData name="RYAN LUCAS LOBATO SOUSA" userId="S::ryanlls@suzano.com.br::00b6a875-bab1-4b84-a258-96cb04b88265" providerId="AD" clId="Web-{31EBAAE2-6D82-A52F-0538-4FAEDE195BD0}" dt="2025-08-07T20:02:39.469" v="287" actId="1076"/>
          <ac:picMkLst>
            <pc:docMk/>
            <pc:sldMk cId="0" sldId="259"/>
            <ac:picMk id="8" creationId="{B0594D1D-F55D-744B-9AD7-5C7F274EB74F}"/>
          </ac:picMkLst>
        </pc:picChg>
      </pc:sldChg>
      <pc:sldChg chg="addSp delSp modSp">
        <pc:chgData name="RYAN LUCAS LOBATO SOUSA" userId="S::ryanlls@suzano.com.br::00b6a875-bab1-4b84-a258-96cb04b88265" providerId="AD" clId="Web-{31EBAAE2-6D82-A52F-0538-4FAEDE195BD0}" dt="2025-08-07T19:55:38.703" v="267"/>
        <pc:sldMkLst>
          <pc:docMk/>
          <pc:sldMk cId="0" sldId="261"/>
        </pc:sldMkLst>
        <pc:spChg chg="del">
          <ac:chgData name="RYAN LUCAS LOBATO SOUSA" userId="S::ryanlls@suzano.com.br::00b6a875-bab1-4b84-a258-96cb04b88265" providerId="AD" clId="Web-{31EBAAE2-6D82-A52F-0538-4FAEDE195BD0}" dt="2025-08-07T19:35:41.307" v="71"/>
          <ac:spMkLst>
            <pc:docMk/>
            <pc:sldMk cId="0" sldId="261"/>
            <ac:spMk id="5" creationId="{00000000-0000-0000-0000-000000000000}"/>
          </ac:spMkLst>
        </pc:spChg>
        <pc:spChg chg="add del">
          <ac:chgData name="RYAN LUCAS LOBATO SOUSA" userId="S::ryanlls@suzano.com.br::00b6a875-bab1-4b84-a258-96cb04b88265" providerId="AD" clId="Web-{31EBAAE2-6D82-A52F-0538-4FAEDE195BD0}" dt="2025-08-07T19:55:19.796" v="264"/>
          <ac:spMkLst>
            <pc:docMk/>
            <pc:sldMk cId="0" sldId="261"/>
            <ac:spMk id="8" creationId="{9157FAB6-B95C-5B2B-ADE9-6B58EF0F5B3B}"/>
          </ac:spMkLst>
        </pc:spChg>
        <pc:picChg chg="del">
          <ac:chgData name="RYAN LUCAS LOBATO SOUSA" userId="S::ryanlls@suzano.com.br::00b6a875-bab1-4b84-a258-96cb04b88265" providerId="AD" clId="Web-{31EBAAE2-6D82-A52F-0538-4FAEDE195BD0}" dt="2025-08-07T19:38:39.151" v="74"/>
          <ac:picMkLst>
            <pc:docMk/>
            <pc:sldMk cId="0" sldId="261"/>
            <ac:picMk id="2" creationId="{00000000-0000-0000-0000-000000000000}"/>
          </ac:picMkLst>
        </pc:picChg>
        <pc:picChg chg="add del mod">
          <ac:chgData name="RYAN LUCAS LOBATO SOUSA" userId="S::ryanlls@suzano.com.br::00b6a875-bab1-4b84-a258-96cb04b88265" providerId="AD" clId="Web-{31EBAAE2-6D82-A52F-0538-4FAEDE195BD0}" dt="2025-08-07T19:55:38.703" v="267"/>
          <ac:picMkLst>
            <pc:docMk/>
            <pc:sldMk cId="0" sldId="261"/>
            <ac:picMk id="6" creationId="{5C1B1FBA-A543-ADAA-539D-F2419698BA72}"/>
          </ac:picMkLst>
        </pc:picChg>
      </pc:sldChg>
      <pc:sldChg chg="addSp delSp modSp">
        <pc:chgData name="RYAN LUCAS LOBATO SOUSA" userId="S::ryanlls@suzano.com.br::00b6a875-bab1-4b84-a258-96cb04b88265" providerId="AD" clId="Web-{31EBAAE2-6D82-A52F-0538-4FAEDE195BD0}" dt="2025-08-07T20:02:52.766" v="288"/>
        <pc:sldMkLst>
          <pc:docMk/>
          <pc:sldMk cId="4125921475" sldId="262"/>
        </pc:sldMkLst>
        <pc:spChg chg="add del mod ord">
          <ac:chgData name="RYAN LUCAS LOBATO SOUSA" userId="S::ryanlls@suzano.com.br::00b6a875-bab1-4b84-a258-96cb04b88265" providerId="AD" clId="Web-{31EBAAE2-6D82-A52F-0538-4FAEDE195BD0}" dt="2025-08-07T20:02:52.766" v="288"/>
          <ac:spMkLst>
            <pc:docMk/>
            <pc:sldMk cId="4125921475" sldId="262"/>
            <ac:spMk id="25" creationId="{BCAC3811-C1CB-B60D-E86B-765E99BA699B}"/>
          </ac:spMkLst>
        </pc:spChg>
        <pc:spChg chg="add mod">
          <ac:chgData name="RYAN LUCAS LOBATO SOUSA" userId="S::ryanlls@suzano.com.br::00b6a875-bab1-4b84-a258-96cb04b88265" providerId="AD" clId="Web-{31EBAAE2-6D82-A52F-0538-4FAEDE195BD0}" dt="2025-08-07T19:55:10.281" v="262" actId="1076"/>
          <ac:spMkLst>
            <pc:docMk/>
            <pc:sldMk cId="4125921475" sldId="262"/>
            <ac:spMk id="58" creationId="{276CB449-F881-C760-864B-56A15D6A375E}"/>
          </ac:spMkLst>
        </pc:spChg>
        <pc:spChg chg="del">
          <ac:chgData name="RYAN LUCAS LOBATO SOUSA" userId="S::ryanlls@suzano.com.br::00b6a875-bab1-4b84-a258-96cb04b88265" providerId="AD" clId="Web-{31EBAAE2-6D82-A52F-0538-4FAEDE195BD0}" dt="2025-08-07T19:47:03.387" v="133"/>
          <ac:spMkLst>
            <pc:docMk/>
            <pc:sldMk cId="4125921475" sldId="262"/>
            <ac:spMk id="1042" creationId="{BB366421-BB4D-F5DD-8FB0-3FD9887731E5}"/>
          </ac:spMkLst>
        </pc:spChg>
        <pc:picChg chg="add">
          <ac:chgData name="RYAN LUCAS LOBATO SOUSA" userId="S::ryanlls@suzano.com.br::00b6a875-bab1-4b84-a258-96cb04b88265" providerId="AD" clId="Web-{31EBAAE2-6D82-A52F-0538-4FAEDE195BD0}" dt="2025-08-07T19:48:27.747" v="139"/>
          <ac:picMkLst>
            <pc:docMk/>
            <pc:sldMk cId="4125921475" sldId="262"/>
            <ac:picMk id="57" creationId="{E52833D8-63A4-10A9-62DC-321B2263C047}"/>
          </ac:picMkLst>
        </pc:picChg>
      </pc:sldChg>
      <pc:sldChg chg="add del replId">
        <pc:chgData name="RYAN LUCAS LOBATO SOUSA" userId="S::ryanlls@suzano.com.br::00b6a875-bab1-4b84-a258-96cb04b88265" providerId="AD" clId="Web-{31EBAAE2-6D82-A52F-0538-4FAEDE195BD0}" dt="2025-08-07T19:55:29.046" v="266"/>
        <pc:sldMkLst>
          <pc:docMk/>
          <pc:sldMk cId="633818564" sldId="263"/>
        </pc:sldMkLst>
      </pc:sldChg>
    </pc:docChg>
  </pc:docChgLst>
  <pc:docChgLst>
    <pc:chgData name="RYAN LUCAS LOBATO SOUSA" userId="S::ryanlls@suzano.com.br::00b6a875-bab1-4b84-a258-96cb04b88265" providerId="AD" clId="Web-{A0C005AE-60F2-900F-B9BE-B2C9DD58B245}"/>
    <pc:docChg chg="modSld">
      <pc:chgData name="RYAN LUCAS LOBATO SOUSA" userId="S::ryanlls@suzano.com.br::00b6a875-bab1-4b84-a258-96cb04b88265" providerId="AD" clId="Web-{A0C005AE-60F2-900F-B9BE-B2C9DD58B245}" dt="2025-08-08T14:40:22.245" v="4" actId="20577"/>
      <pc:docMkLst>
        <pc:docMk/>
      </pc:docMkLst>
      <pc:sldChg chg="modSp">
        <pc:chgData name="RYAN LUCAS LOBATO SOUSA" userId="S::ryanlls@suzano.com.br::00b6a875-bab1-4b84-a258-96cb04b88265" providerId="AD" clId="Web-{A0C005AE-60F2-900F-B9BE-B2C9DD58B245}" dt="2025-08-08T14:40:22.245" v="4" actId="20577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A0C005AE-60F2-900F-B9BE-B2C9DD58B245}" dt="2025-08-08T14:40:22.245" v="4" actId="20577"/>
          <ac:spMkLst>
            <pc:docMk/>
            <pc:sldMk cId="0" sldId="257"/>
            <ac:spMk id="14" creationId="{00000000-0000-0000-0000-000000000000}"/>
          </ac:spMkLst>
        </pc:spChg>
      </pc:sldChg>
    </pc:docChg>
  </pc:docChgLst>
  <pc:docChgLst>
    <pc:chgData name="RYAN LUCAS LOBATO SOUSA" userId="S::ryanlls@suzano.com.br::00b6a875-bab1-4b84-a258-96cb04b88265" providerId="AD" clId="Web-{0569E07E-8DB8-3754-036D-3FA4FF2B496F}"/>
    <pc:docChg chg="modSld">
      <pc:chgData name="RYAN LUCAS LOBATO SOUSA" userId="S::ryanlls@suzano.com.br::00b6a875-bab1-4b84-a258-96cb04b88265" providerId="AD" clId="Web-{0569E07E-8DB8-3754-036D-3FA4FF2B496F}" dt="2025-08-08T14:35:37.705" v="36" actId="20577"/>
      <pc:docMkLst>
        <pc:docMk/>
      </pc:docMkLst>
      <pc:sldChg chg="modSp">
        <pc:chgData name="RYAN LUCAS LOBATO SOUSA" userId="S::ryanlls@suzano.com.br::00b6a875-bab1-4b84-a258-96cb04b88265" providerId="AD" clId="Web-{0569E07E-8DB8-3754-036D-3FA4FF2B496F}" dt="2025-08-08T14:35:37.705" v="36" actId="20577"/>
        <pc:sldMkLst>
          <pc:docMk/>
          <pc:sldMk cId="0" sldId="257"/>
        </pc:sldMkLst>
        <pc:spChg chg="mod">
          <ac:chgData name="RYAN LUCAS LOBATO SOUSA" userId="S::ryanlls@suzano.com.br::00b6a875-bab1-4b84-a258-96cb04b88265" providerId="AD" clId="Web-{0569E07E-8DB8-3754-036D-3FA4FF2B496F}" dt="2025-08-08T13:49:48.827" v="21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0569E07E-8DB8-3754-036D-3FA4FF2B496F}" dt="2025-08-08T13:50:21.140" v="28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0569E07E-8DB8-3754-036D-3FA4FF2B496F}" dt="2025-08-08T13:50:27.812" v="29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0569E07E-8DB8-3754-036D-3FA4FF2B496F}" dt="2025-08-08T14:35:37.705" v="36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0569E07E-8DB8-3754-036D-3FA4FF2B496F}" dt="2025-08-08T13:50:36.781" v="30" actId="1076"/>
          <ac:spMkLst>
            <pc:docMk/>
            <pc:sldMk cId="0" sldId="257"/>
            <ac:spMk id="18" creationId="{00000000-0000-0000-0000-000000000000}"/>
          </ac:spMkLst>
        </pc:spChg>
      </pc:sldChg>
      <pc:sldChg chg="modSp">
        <pc:chgData name="RYAN LUCAS LOBATO SOUSA" userId="S::ryanlls@suzano.com.br::00b6a875-bab1-4b84-a258-96cb04b88265" providerId="AD" clId="Web-{0569E07E-8DB8-3754-036D-3FA4FF2B496F}" dt="2025-08-08T13:50:00.358" v="24" actId="20577"/>
        <pc:sldMkLst>
          <pc:docMk/>
          <pc:sldMk cId="0" sldId="259"/>
        </pc:sldMkLst>
        <pc:spChg chg="mod">
          <ac:chgData name="RYAN LUCAS LOBATO SOUSA" userId="S::ryanlls@suzano.com.br::00b6a875-bab1-4b84-a258-96cb04b88265" providerId="AD" clId="Web-{0569E07E-8DB8-3754-036D-3FA4FF2B496F}" dt="2025-08-08T13:50:00.358" v="24" actId="20577"/>
          <ac:spMkLst>
            <pc:docMk/>
            <pc:sldMk cId="0" sldId="259"/>
            <ac:spMk id="3" creationId="{00000000-0000-0000-0000-000000000000}"/>
          </ac:spMkLst>
        </pc:spChg>
      </pc:sldChg>
      <pc:sldChg chg="addSp delSp modSp">
        <pc:chgData name="RYAN LUCAS LOBATO SOUSA" userId="S::ryanlls@suzano.com.br::00b6a875-bab1-4b84-a258-96cb04b88265" providerId="AD" clId="Web-{0569E07E-8DB8-3754-036D-3FA4FF2B496F}" dt="2025-08-08T13:41:02.320" v="17" actId="1076"/>
        <pc:sldMkLst>
          <pc:docMk/>
          <pc:sldMk cId="0" sldId="261"/>
        </pc:sldMkLst>
        <pc:spChg chg="del">
          <ac:chgData name="RYAN LUCAS LOBATO SOUSA" userId="S::ryanlls@suzano.com.br::00b6a875-bab1-4b84-a258-96cb04b88265" providerId="AD" clId="Web-{0569E07E-8DB8-3754-036D-3FA4FF2B496F}" dt="2025-08-08T13:31:31.386" v="6"/>
          <ac:spMkLst>
            <pc:docMk/>
            <pc:sldMk cId="0" sldId="261"/>
            <ac:spMk id="3" creationId="{00000000-0000-0000-0000-000000000000}"/>
          </ac:spMkLst>
        </pc:spChg>
        <pc:spChg chg="del">
          <ac:chgData name="RYAN LUCAS LOBATO SOUSA" userId="S::ryanlls@suzano.com.br::00b6a875-bab1-4b84-a258-96cb04b88265" providerId="AD" clId="Web-{0569E07E-8DB8-3754-036D-3FA4FF2B496F}" dt="2025-08-08T13:31:31.386" v="5"/>
          <ac:spMkLst>
            <pc:docMk/>
            <pc:sldMk cId="0" sldId="261"/>
            <ac:spMk id="4" creationId="{00000000-0000-0000-0000-000000000000}"/>
          </ac:spMkLst>
        </pc:spChg>
        <pc:spChg chg="add del">
          <ac:chgData name="RYAN LUCAS LOBATO SOUSA" userId="S::ryanlls@suzano.com.br::00b6a875-bab1-4b84-a258-96cb04b88265" providerId="AD" clId="Web-{0569E07E-8DB8-3754-036D-3FA4FF2B496F}" dt="2025-08-08T13:31:31.386" v="4"/>
          <ac:spMkLst>
            <pc:docMk/>
            <pc:sldMk cId="0" sldId="261"/>
            <ac:spMk id="5" creationId="{07D82FC0-6E3A-4BA5-A532-962B844456E6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1:17.604" v="0"/>
          <ac:spMkLst>
            <pc:docMk/>
            <pc:sldMk cId="0" sldId="261"/>
            <ac:spMk id="9" creationId="{B92E0394-DC96-4D87-95EC-B3E0A6BC2422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1:17.604" v="0"/>
          <ac:spMkLst>
            <pc:docMk/>
            <pc:sldMk cId="0" sldId="261"/>
            <ac:spMk id="15" creationId="{49301BB5-9336-49BD-A4DC-FB545EF9BB40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1:17.604" v="0"/>
          <ac:spMkLst>
            <pc:docMk/>
            <pc:sldMk cId="0" sldId="261"/>
            <ac:spMk id="17" creationId="{C68AE925-AF5F-4A1D-A106-BCDC91AB8076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1:17.604" v="0"/>
          <ac:spMkLst>
            <pc:docMk/>
            <pc:sldMk cId="0" sldId="261"/>
            <ac:spMk id="19" creationId="{C2E62F48-EBBD-42CA-9173-896D47E2876F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1:17.604" v="0"/>
          <ac:spMkLst>
            <pc:docMk/>
            <pc:sldMk cId="0" sldId="261"/>
            <ac:spMk id="21" creationId="{B6B55279-5861-4C4E-BA5A-8A059996B1B3}"/>
          </ac:spMkLst>
        </pc:spChg>
        <pc:spChg chg="add mod">
          <ac:chgData name="RYAN LUCAS LOBATO SOUSA" userId="S::ryanlls@suzano.com.br::00b6a875-bab1-4b84-a258-96cb04b88265" providerId="AD" clId="Web-{0569E07E-8DB8-3754-036D-3FA4FF2B496F}" dt="2025-08-08T13:33:02.674" v="11"/>
          <ac:spMkLst>
            <pc:docMk/>
            <pc:sldMk cId="0" sldId="261"/>
            <ac:spMk id="23" creationId="{88B29C66-420B-4B5A-972D-EFCBA90DE1D4}"/>
          </ac:spMkLst>
        </pc:spChg>
        <pc:spChg chg="add mod">
          <ac:chgData name="RYAN LUCAS LOBATO SOUSA" userId="S::ryanlls@suzano.com.br::00b6a875-bab1-4b84-a258-96cb04b88265" providerId="AD" clId="Web-{0569E07E-8DB8-3754-036D-3FA4FF2B496F}" dt="2025-08-08T13:33:55.130" v="15" actId="20577"/>
          <ac:spMkLst>
            <pc:docMk/>
            <pc:sldMk cId="0" sldId="261"/>
            <ac:spMk id="25" creationId="{07D82FC0-6E3A-4BA5-A532-962B844456E6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3:04.925" v="12"/>
          <ac:spMkLst>
            <pc:docMk/>
            <pc:sldMk cId="0" sldId="261"/>
            <ac:spMk id="29" creationId="{B92E0394-DC96-4D87-95EC-B3E0A6BC2422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3:04.925" v="12"/>
          <ac:spMkLst>
            <pc:docMk/>
            <pc:sldMk cId="0" sldId="261"/>
            <ac:spMk id="35" creationId="{49301BB5-9336-49BD-A4DC-FB545EF9BB40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3:04.925" v="12"/>
          <ac:spMkLst>
            <pc:docMk/>
            <pc:sldMk cId="0" sldId="261"/>
            <ac:spMk id="37" creationId="{C68AE925-AF5F-4A1D-A106-BCDC91AB8076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3:04.925" v="12"/>
          <ac:spMkLst>
            <pc:docMk/>
            <pc:sldMk cId="0" sldId="261"/>
            <ac:spMk id="39" creationId="{C2E62F48-EBBD-42CA-9173-896D47E2876F}"/>
          </ac:spMkLst>
        </pc:spChg>
        <pc:spChg chg="add">
          <ac:chgData name="RYAN LUCAS LOBATO SOUSA" userId="S::ryanlls@suzano.com.br::00b6a875-bab1-4b84-a258-96cb04b88265" providerId="AD" clId="Web-{0569E07E-8DB8-3754-036D-3FA4FF2B496F}" dt="2025-08-08T13:33:04.925" v="12"/>
          <ac:spMkLst>
            <pc:docMk/>
            <pc:sldMk cId="0" sldId="261"/>
            <ac:spMk id="41" creationId="{B6B55279-5861-4C4E-BA5A-8A059996B1B3}"/>
          </ac:spMkLst>
        </pc:spChg>
        <pc:grpChg chg="del">
          <ac:chgData name="RYAN LUCAS LOBATO SOUSA" userId="S::ryanlls@suzano.com.br::00b6a875-bab1-4b84-a258-96cb04b88265" providerId="AD" clId="Web-{0569E07E-8DB8-3754-036D-3FA4FF2B496F}" dt="2025-08-08T13:31:31.386" v="3"/>
          <ac:grpSpMkLst>
            <pc:docMk/>
            <pc:sldMk cId="0" sldId="261"/>
            <ac:grpSpMk id="6" creationId="{EDB8C465-0AD3-4CFF-B5A1-9F9F57B00568}"/>
          </ac:grpSpMkLst>
        </pc:grpChg>
        <pc:picChg chg="add del">
          <ac:chgData name="RYAN LUCAS LOBATO SOUSA" userId="S::ryanlls@suzano.com.br::00b6a875-bab1-4b84-a258-96cb04b88265" providerId="AD" clId="Web-{0569E07E-8DB8-3754-036D-3FA4FF2B496F}" dt="2025-08-08T13:31:25.120" v="1"/>
          <ac:picMkLst>
            <pc:docMk/>
            <pc:sldMk cId="0" sldId="261"/>
            <ac:picMk id="2" creationId="{6E896788-4905-40E4-B0A0-C192F0303FD9}"/>
          </ac:picMkLst>
        </pc:picChg>
        <pc:picChg chg="add del">
          <ac:chgData name="RYAN LUCAS LOBATO SOUSA" userId="S::ryanlls@suzano.com.br::00b6a875-bab1-4b84-a258-96cb04b88265" providerId="AD" clId="Web-{0569E07E-8DB8-3754-036D-3FA4FF2B496F}" dt="2025-08-08T13:31:31.386" v="2"/>
          <ac:picMkLst>
            <pc:docMk/>
            <pc:sldMk cId="0" sldId="261"/>
            <ac:picMk id="7" creationId="{6A00A24C-8FC3-4F48-96FF-FF85E001D9FF}"/>
          </ac:picMkLst>
        </pc:picChg>
        <pc:picChg chg="add">
          <ac:chgData name="RYAN LUCAS LOBATO SOUSA" userId="S::ryanlls@suzano.com.br::00b6a875-bab1-4b84-a258-96cb04b88265" providerId="AD" clId="Web-{0569E07E-8DB8-3754-036D-3FA4FF2B496F}" dt="2025-08-08T13:31:17.604" v="0"/>
          <ac:picMkLst>
            <pc:docMk/>
            <pc:sldMk cId="0" sldId="261"/>
            <ac:picMk id="18" creationId="{7AB72712-5EA5-4D1D-A266-6E6BD06AB29A}"/>
          </ac:picMkLst>
        </pc:picChg>
        <pc:picChg chg="add">
          <ac:chgData name="RYAN LUCAS LOBATO SOUSA" userId="S::ryanlls@suzano.com.br::00b6a875-bab1-4b84-a258-96cb04b88265" providerId="AD" clId="Web-{0569E07E-8DB8-3754-036D-3FA4FF2B496F}" dt="2025-08-08T13:31:17.604" v="0"/>
          <ac:picMkLst>
            <pc:docMk/>
            <pc:sldMk cId="0" sldId="261"/>
            <ac:picMk id="22" creationId="{8BDB49B5-977A-4267-B77D-0CF980C77DDF}"/>
          </ac:picMkLst>
        </pc:picChg>
        <pc:picChg chg="add mod">
          <ac:chgData name="RYAN LUCAS LOBATO SOUSA" userId="S::ryanlls@suzano.com.br::00b6a875-bab1-4b84-a258-96cb04b88265" providerId="AD" clId="Web-{0569E07E-8DB8-3754-036D-3FA4FF2B496F}" dt="2025-08-08T13:41:02.320" v="17" actId="1076"/>
          <ac:picMkLst>
            <pc:docMk/>
            <pc:sldMk cId="0" sldId="261"/>
            <ac:picMk id="24" creationId="{6E896788-4905-40E4-B0A0-C192F0303FD9}"/>
          </ac:picMkLst>
        </pc:picChg>
        <pc:picChg chg="add">
          <ac:chgData name="RYAN LUCAS LOBATO SOUSA" userId="S::ryanlls@suzano.com.br::00b6a875-bab1-4b84-a258-96cb04b88265" providerId="AD" clId="Web-{0569E07E-8DB8-3754-036D-3FA4FF2B496F}" dt="2025-08-08T13:33:04.925" v="12"/>
          <ac:picMkLst>
            <pc:docMk/>
            <pc:sldMk cId="0" sldId="261"/>
            <ac:picMk id="27" creationId="{6A00A24C-8FC3-4F48-96FF-FF85E001D9FF}"/>
          </ac:picMkLst>
        </pc:picChg>
        <pc:picChg chg="add">
          <ac:chgData name="RYAN LUCAS LOBATO SOUSA" userId="S::ryanlls@suzano.com.br::00b6a875-bab1-4b84-a258-96cb04b88265" providerId="AD" clId="Web-{0569E07E-8DB8-3754-036D-3FA4FF2B496F}" dt="2025-08-08T13:33:04.925" v="12"/>
          <ac:picMkLst>
            <pc:docMk/>
            <pc:sldMk cId="0" sldId="261"/>
            <ac:picMk id="36" creationId="{B2097ACC-17AD-4D57-887D-6395039239A4}"/>
          </ac:picMkLst>
        </pc:picChg>
        <pc:picChg chg="add">
          <ac:chgData name="RYAN LUCAS LOBATO SOUSA" userId="S::ryanlls@suzano.com.br::00b6a875-bab1-4b84-a258-96cb04b88265" providerId="AD" clId="Web-{0569E07E-8DB8-3754-036D-3FA4FF2B496F}" dt="2025-08-08T13:33:04.925" v="12"/>
          <ac:picMkLst>
            <pc:docMk/>
            <pc:sldMk cId="0" sldId="261"/>
            <ac:picMk id="42" creationId="{8BDB49B5-977A-4267-B77D-0CF980C77DDF}"/>
          </ac:picMkLst>
        </pc:picChg>
      </pc:sldChg>
      <pc:sldChg chg="modSp">
        <pc:chgData name="RYAN LUCAS LOBATO SOUSA" userId="S::ryanlls@suzano.com.br::00b6a875-bab1-4b84-a258-96cb04b88265" providerId="AD" clId="Web-{0569E07E-8DB8-3754-036D-3FA4FF2B496F}" dt="2025-08-08T13:50:06.812" v="27" actId="20577"/>
        <pc:sldMkLst>
          <pc:docMk/>
          <pc:sldMk cId="4125921475" sldId="262"/>
        </pc:sldMkLst>
        <pc:spChg chg="mod">
          <ac:chgData name="RYAN LUCAS LOBATO SOUSA" userId="S::ryanlls@suzano.com.br::00b6a875-bab1-4b84-a258-96cb04b88265" providerId="AD" clId="Web-{0569E07E-8DB8-3754-036D-3FA4FF2B496F}" dt="2025-08-08T13:50:06.812" v="27" actId="20577"/>
          <ac:spMkLst>
            <pc:docMk/>
            <pc:sldMk cId="4125921475" sldId="262"/>
            <ac:spMk id="2" creationId="{401080D3-CB4A-9B1E-094D-72AAFD1B21D1}"/>
          </ac:spMkLst>
        </pc:spChg>
      </pc:sldChg>
    </pc:docChg>
  </pc:docChgLst>
  <pc:docChgLst>
    <pc:chgData name="LUIZ FELIPE DE JESUS ARAUJO" userId="S::luizfja@suzano.com.br::8b8c4979-bde6-40ab-a171-3d1c8b10a712" providerId="AD" clId="Web-{347E0B57-2117-F3D9-62DC-6B87AF79C3B1}"/>
    <pc:docChg chg="sldOrd">
      <pc:chgData name="LUIZ FELIPE DE JESUS ARAUJO" userId="S::luizfja@suzano.com.br::8b8c4979-bde6-40ab-a171-3d1c8b10a712" providerId="AD" clId="Web-{347E0B57-2117-F3D9-62DC-6B87AF79C3B1}" dt="2025-08-08T17:33:03.833" v="0"/>
      <pc:docMkLst>
        <pc:docMk/>
      </pc:docMkLst>
      <pc:sldChg chg="ord">
        <pc:chgData name="LUIZ FELIPE DE JESUS ARAUJO" userId="S::luizfja@suzano.com.br::8b8c4979-bde6-40ab-a171-3d1c8b10a712" providerId="AD" clId="Web-{347E0B57-2117-F3D9-62DC-6B87AF79C3B1}" dt="2025-08-08T17:33:03.833" v="0"/>
        <pc:sldMkLst>
          <pc:docMk/>
          <pc:sldMk cId="4125921475" sldId="262"/>
        </pc:sldMkLst>
      </pc:sldChg>
    </pc:docChg>
  </pc:docChgLst>
  <pc:docChgLst>
    <pc:chgData name="LUIZ FELIPE DE JESUS ARAUJO" userId="S::luizfja@suzano.com.br::8b8c4979-bde6-40ab-a171-3d1c8b10a712" providerId="AD" clId="Web-{D88E8102-2202-FA4A-2BD3-8AC7336791C3}"/>
    <pc:docChg chg="modSld">
      <pc:chgData name="LUIZ FELIPE DE JESUS ARAUJO" userId="S::luizfja@suzano.com.br::8b8c4979-bde6-40ab-a171-3d1c8b10a712" providerId="AD" clId="Web-{D88E8102-2202-FA4A-2BD3-8AC7336791C3}" dt="2025-08-06T17:52:33.118" v="114" actId="1076"/>
      <pc:docMkLst>
        <pc:docMk/>
      </pc:docMkLst>
      <pc:sldChg chg="addSp delSp modSp">
        <pc:chgData name="LUIZ FELIPE DE JESUS ARAUJO" userId="S::luizfja@suzano.com.br::8b8c4979-bde6-40ab-a171-3d1c8b10a712" providerId="AD" clId="Web-{D88E8102-2202-FA4A-2BD3-8AC7336791C3}" dt="2025-08-06T17:52:33.118" v="114" actId="1076"/>
        <pc:sldMkLst>
          <pc:docMk/>
          <pc:sldMk cId="4125921475" sldId="262"/>
        </pc:sldMkLst>
        <pc:spChg chg="mod">
          <ac:chgData name="LUIZ FELIPE DE JESUS ARAUJO" userId="S::luizfja@suzano.com.br::8b8c4979-bde6-40ab-a171-3d1c8b10a712" providerId="AD" clId="Web-{D88E8102-2202-FA4A-2BD3-8AC7336791C3}" dt="2025-08-06T17:38:35.558" v="86"/>
          <ac:spMkLst>
            <pc:docMk/>
            <pc:sldMk cId="4125921475" sldId="262"/>
            <ac:spMk id="2" creationId="{401080D3-CB4A-9B1E-094D-72AAFD1B21D1}"/>
          </ac:spMkLst>
        </pc:spChg>
        <pc:graphicFrameChg chg="add mod modGraphic">
          <ac:chgData name="LUIZ FELIPE DE JESUS ARAUJO" userId="S::luizfja@suzano.com.br::8b8c4979-bde6-40ab-a171-3d1c8b10a712" providerId="AD" clId="Web-{D88E8102-2202-FA4A-2BD3-8AC7336791C3}" dt="2025-08-06T17:39:31.216" v="98" actId="1076"/>
          <ac:graphicFrameMkLst>
            <pc:docMk/>
            <pc:sldMk cId="4125921475" sldId="262"/>
            <ac:graphicFrameMk id="3" creationId="{A538CB07-D53F-9849-46B6-80D22D26C43E}"/>
          </ac:graphicFrameMkLst>
        </pc:graphicFrameChg>
      </pc:sldChg>
    </pc:docChg>
  </pc:docChgLst>
  <pc:docChgLst>
    <pc:chgData name="RYAN LUCAS LOBATO SOUSA" userId="S::ryanlls@suzano.com.br::00b6a875-bab1-4b84-a258-96cb04b88265" providerId="AD" clId="Web-{66210FA6-65EA-E4D5-BD83-5F094035C5B4}"/>
    <pc:docChg chg="modSld">
      <pc:chgData name="RYAN LUCAS LOBATO SOUSA" userId="S::ryanlls@suzano.com.br::00b6a875-bab1-4b84-a258-96cb04b88265" providerId="AD" clId="Web-{66210FA6-65EA-E4D5-BD83-5F094035C5B4}" dt="2025-08-08T12:58:27.053" v="7" actId="20577"/>
      <pc:docMkLst>
        <pc:docMk/>
      </pc:docMkLst>
      <pc:sldChg chg="modSp">
        <pc:chgData name="RYAN LUCAS LOBATO SOUSA" userId="S::ryanlls@suzano.com.br::00b6a875-bab1-4b84-a258-96cb04b88265" providerId="AD" clId="Web-{66210FA6-65EA-E4D5-BD83-5F094035C5B4}" dt="2025-08-08T12:58:27.053" v="7" actId="20577"/>
        <pc:sldMkLst>
          <pc:docMk/>
          <pc:sldMk cId="0" sldId="256"/>
        </pc:sldMkLst>
        <pc:spChg chg="mod">
          <ac:chgData name="RYAN LUCAS LOBATO SOUSA" userId="S::ryanlls@suzano.com.br::00b6a875-bab1-4b84-a258-96cb04b88265" providerId="AD" clId="Web-{66210FA6-65EA-E4D5-BD83-5F094035C5B4}" dt="2025-08-08T12:58:27.053" v="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559A0-AA50-41BF-BBB6-02EFB5102A3E}" type="datetimeFigureOut">
              <a:t>05/10/2026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7DE4B-0A2C-46D1-AEEC-9B1FF894A8F8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7618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www.youtube.com/channel/UCw_vCURtCDwWetPN5FN02zw" TargetMode="External"/><Relationship Id="rId13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instagram.com/suzano_oficial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hyperlink" Target="http://www.linkedin.com/company/suzano" TargetMode="External"/><Relationship Id="rId4" Type="http://schemas.openxmlformats.org/officeDocument/2006/relationships/hyperlink" Target="http://www.facebook.com/suzanoempresa" TargetMode="Externa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4630034" cy="82224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" y="0"/>
            <a:ext cx="14630034" cy="822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7725914" y="2547010"/>
            <a:ext cx="5767195" cy="1556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 err="1">
                <a:latin typeface="+mj-lt"/>
                <a:ea typeface="+mj-ea"/>
                <a:cs typeface="+mj-cs"/>
              </a:rPr>
              <a:t>Aplicativo</a:t>
            </a:r>
            <a:r>
              <a:rPr lang="en-US" sz="4800" kern="1200">
                <a:latin typeface="+mj-lt"/>
                <a:ea typeface="+mj-ea"/>
                <a:cs typeface="+mj-cs"/>
              </a:rPr>
              <a:t> de </a:t>
            </a:r>
            <a:r>
              <a:rPr lang="en-US" sz="4800" err="1">
                <a:latin typeface="+mj-lt"/>
                <a:ea typeface="+mj-ea"/>
                <a:cs typeface="+mj-cs"/>
              </a:rPr>
              <a:t>Gestão</a:t>
            </a:r>
            <a:r>
              <a:rPr lang="en-US" sz="4800">
                <a:latin typeface="+mj-lt"/>
                <a:ea typeface="+mj-ea"/>
                <a:cs typeface="+mj-cs"/>
              </a:rPr>
              <a:t> de </a:t>
            </a:r>
            <a:r>
              <a:rPr lang="en-US" sz="4800" err="1">
                <a:latin typeface="+mj-lt"/>
                <a:ea typeface="+mj-ea"/>
                <a:cs typeface="+mj-cs"/>
              </a:rPr>
              <a:t>Chamados</a:t>
            </a:r>
            <a:r>
              <a:rPr lang="en-US" sz="4800">
                <a:latin typeface="+mj-lt"/>
                <a:ea typeface="+mj-ea"/>
                <a:cs typeface="+mj-cs"/>
              </a:rPr>
              <a:t>  - TUR</a:t>
            </a:r>
            <a:endParaRPr lang="en-US" sz="4800" kern="1200">
              <a:latin typeface="+mj-lt"/>
              <a:ea typeface="Calibri Light"/>
              <a:cs typeface="Calibri Light"/>
            </a:endParaRPr>
          </a:p>
        </p:txBody>
      </p:sp>
      <p:sp>
        <p:nvSpPr>
          <p:cNvPr id="4" name="Text 1"/>
          <p:cNvSpPr/>
          <p:nvPr/>
        </p:nvSpPr>
        <p:spPr>
          <a:xfrm>
            <a:off x="7726279" y="4114798"/>
            <a:ext cx="6046735" cy="10065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Uma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solução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integrada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para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transformar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a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maneira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como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priorizamos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gerenciamos</a:t>
            </a:r>
            <a:r>
              <a:rPr lang="en-US" sz="2000" dirty="0">
                <a:solidFill>
                  <a:schemeClr val="tx2"/>
                </a:solidFill>
              </a:rPr>
              <a:t> </a:t>
            </a:r>
            <a:r>
              <a:rPr lang="en-US" sz="2000" dirty="0" err="1">
                <a:solidFill>
                  <a:schemeClr val="tx2"/>
                </a:solidFill>
              </a:rPr>
              <a:t>notas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000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trabalho</a:t>
            </a:r>
            <a:r>
              <a: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6" name="Imagem 5" descr="Logotipo&#10;&#10;O conteúdo gerado por IA pode estar incorreto.">
            <a:extLst>
              <a:ext uri="{FF2B5EF4-FFF2-40B4-BE49-F238E27FC236}">
                <a16:creationId xmlns:a16="http://schemas.microsoft.com/office/drawing/2014/main" id="{7253895E-A8BC-599D-8D20-416382BA9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64" y="3886859"/>
            <a:ext cx="4970112" cy="1553161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103" y="-7173"/>
            <a:ext cx="7486409" cy="8236774"/>
            <a:chOff x="305" y="-5977"/>
            <a:chExt cx="6238675" cy="686397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>
                <a:solidFill>
                  <a:srgbClr val="002060"/>
                </a:solidFill>
                <a:latin typeface="Calibri"/>
                <a:cs typeface="Calibri"/>
              </a:rPr>
              <a:t>Contexto e Objetivos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Por que o projeto existe e o que queremos alcançar</a:t>
            </a:r>
          </a:p>
        </p:txBody>
      </p:sp>
      <p:sp>
        <p:nvSpPr>
          <p:cNvPr id="2" name="Cartão 2"/>
          <p:cNvSpPr/>
          <p:nvPr/>
        </p:nvSpPr>
        <p:spPr>
          <a:xfrm>
            <a:off x="731520" y="1920240"/>
            <a:ext cx="6309360" cy="37490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pt-BR" sz="2200" b="1" dirty="0">
                <a:solidFill>
                  <a:srgbClr val="002060"/>
                </a:solidFill>
                <a:latin typeface="Calibri"/>
                <a:cs typeface="Calibri"/>
              </a:rPr>
              <a:t>O desafio: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As notas de manutenção chegam pelo SAP e precisam ser priorizadas a cada turno.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A priorização depende de avaliações individuais e de ferramentas distintas.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As informações ficam espalhadas, sem uma visão única da fila.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O histórico das notas concluídas é difícil de consultar.</a:t>
            </a:r>
          </a:p>
        </p:txBody>
      </p:sp>
      <p:sp>
        <p:nvSpPr>
          <p:cNvPr id="3" name="Forma 3"/>
          <p:cNvSpPr txBox="1"/>
          <p:nvPr/>
        </p:nvSpPr>
        <p:spPr>
          <a:xfrm>
            <a:off x="7498080" y="19202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Objetivos do projeto</a:t>
            </a:r>
          </a:p>
        </p:txBody>
      </p:sp>
      <p:sp>
        <p:nvSpPr>
          <p:cNvPr id="14" name="Número 4"/>
          <p:cNvSpPr/>
          <p:nvPr/>
        </p:nvSpPr>
        <p:spPr>
          <a:xfrm>
            <a:off x="7498080" y="265176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5" name="Forma 5"/>
          <p:cNvSpPr txBox="1"/>
          <p:nvPr/>
        </p:nvSpPr>
        <p:spPr>
          <a:xfrm>
            <a:off x="8366760" y="256032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800" b="1" dirty="0">
                <a:solidFill>
                  <a:srgbClr val="2B3445"/>
                </a:solidFill>
                <a:latin typeface="Calibri"/>
                <a:cs typeface="Calibri"/>
              </a:rPr>
              <a:t>Padronizar a priorização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 dirty="0">
                <a:solidFill>
                  <a:srgbClr val="52586B"/>
                </a:solidFill>
                <a:latin typeface="Calibri"/>
                <a:cs typeface="Calibri"/>
              </a:rPr>
              <a:t>Critérios de criticidade claros e iguais para todos.</a:t>
            </a:r>
          </a:p>
        </p:txBody>
      </p:sp>
      <p:sp>
        <p:nvSpPr>
          <p:cNvPr id="16" name="Número 6"/>
          <p:cNvSpPr/>
          <p:nvPr/>
        </p:nvSpPr>
        <p:spPr>
          <a:xfrm>
            <a:off x="7498080" y="370332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Forma 7"/>
          <p:cNvSpPr txBox="1"/>
          <p:nvPr/>
        </p:nvSpPr>
        <p:spPr>
          <a:xfrm>
            <a:off x="8366760" y="361188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800" b="1" dirty="0">
                <a:solidFill>
                  <a:srgbClr val="2B3445"/>
                </a:solidFill>
                <a:latin typeface="Calibri"/>
                <a:cs typeface="Calibri"/>
              </a:rPr>
              <a:t>Centralizar os dados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 dirty="0">
                <a:solidFill>
                  <a:srgbClr val="52586B"/>
                </a:solidFill>
                <a:latin typeface="Calibri"/>
                <a:cs typeface="Calibri"/>
              </a:rPr>
              <a:t>Uma única interface, alimentada por GCP, Python e SharePoint.</a:t>
            </a:r>
          </a:p>
        </p:txBody>
      </p:sp>
      <p:sp>
        <p:nvSpPr>
          <p:cNvPr id="8" name="Número 8"/>
          <p:cNvSpPr/>
          <p:nvPr/>
        </p:nvSpPr>
        <p:spPr>
          <a:xfrm>
            <a:off x="7498080" y="475488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" name="Forma 9"/>
          <p:cNvSpPr txBox="1"/>
          <p:nvPr/>
        </p:nvSpPr>
        <p:spPr>
          <a:xfrm>
            <a:off x="8366760" y="4663440"/>
            <a:ext cx="55321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800" b="1">
                <a:solidFill>
                  <a:srgbClr val="2B3445"/>
                </a:solidFill>
                <a:latin typeface="Calibri"/>
                <a:cs typeface="Calibri"/>
              </a:rPr>
              <a:t>Acelerar a decisão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52586B"/>
                </a:solidFill>
                <a:latin typeface="Calibri"/>
                <a:cs typeface="Calibri"/>
              </a:rPr>
              <a:t>Fila ordenada e fechamento do ciclo com conclusão no SAP.</a:t>
            </a:r>
          </a:p>
        </p:txBody>
      </p:sp>
      <p:sp>
        <p:nvSpPr>
          <p:cNvPr id="10" name="Forma 10"/>
          <p:cNvSpPr/>
          <p:nvPr/>
        </p:nvSpPr>
        <p:spPr>
          <a:xfrm>
            <a:off x="731520" y="5943600"/>
            <a:ext cx="13167360" cy="118872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11" name="Forma 11"/>
          <p:cNvSpPr txBox="1"/>
          <p:nvPr/>
        </p:nvSpPr>
        <p:spPr>
          <a:xfrm>
            <a:off x="1005840" y="608076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800" b="1">
                <a:solidFill>
                  <a:srgbClr val="00C85A"/>
                </a:solidFill>
                <a:latin typeface="Calibri"/>
                <a:cs typeface="Calibri"/>
              </a:rPr>
              <a:t>Visão única da fila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Todas as notas do turno em um só lugar</a:t>
            </a:r>
          </a:p>
        </p:txBody>
      </p:sp>
      <p:sp>
        <p:nvSpPr>
          <p:cNvPr id="12" name="Forma 12"/>
          <p:cNvSpPr txBox="1"/>
          <p:nvPr/>
        </p:nvSpPr>
        <p:spPr>
          <a:xfrm>
            <a:off x="5303520" y="608076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800" b="1">
                <a:solidFill>
                  <a:srgbClr val="00C85A"/>
                </a:solidFill>
                <a:latin typeface="Calibri"/>
                <a:cs typeface="Calibri"/>
              </a:rPr>
              <a:t>Critério auditável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Prioridade com regra definida e registrada</a:t>
            </a:r>
          </a:p>
        </p:txBody>
      </p:sp>
      <p:sp>
        <p:nvSpPr>
          <p:cNvPr id="13" name="Forma 13"/>
          <p:cNvSpPr txBox="1"/>
          <p:nvPr/>
        </p:nvSpPr>
        <p:spPr>
          <a:xfrm>
            <a:off x="9601200" y="6080760"/>
            <a:ext cx="4023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800" b="1">
                <a:solidFill>
                  <a:srgbClr val="00C85A"/>
                </a:solidFill>
                <a:latin typeface="Calibri"/>
                <a:cs typeface="Calibri"/>
              </a:rPr>
              <a:t>Fechamento ágil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Menos tempo entre a abertura e a conclusão</a:t>
            </a:r>
          </a:p>
        </p:txBody>
      </p:sp>
      <p:sp>
        <p:nvSpPr>
          <p:cNvPr id="17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18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>
                <a:solidFill>
                  <a:srgbClr val="002060"/>
                </a:solidFill>
                <a:latin typeface="Calibri"/>
                <a:cs typeface="Calibri"/>
              </a:rPr>
              <a:t>Visão da Solução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Três pilares que sustentam a priorização dos chamados</a:t>
            </a:r>
          </a:p>
        </p:txBody>
      </p:sp>
      <p:sp>
        <p:nvSpPr>
          <p:cNvPr id="14" name="Cartão 14"/>
          <p:cNvSpPr/>
          <p:nvPr/>
        </p:nvSpPr>
        <p:spPr>
          <a:xfrm>
            <a:off x="731520" y="2194560"/>
            <a:ext cx="4206240" cy="47548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64008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Integração de Dados</a:t>
            </a:r>
          </a:p>
          <a:p>
            <a:pPr marL="0" indent="0" algn="l">
              <a:spcAft>
                <a:spcPts val="1400"/>
              </a:spcAft>
              <a:buNone/>
            </a:pPr>
            <a:r>
              <a:rPr lang="pt-BR" sz="1600" b="0">
                <a:solidFill>
                  <a:srgbClr val="52586B"/>
                </a:solidFill>
                <a:latin typeface="Calibri"/>
                <a:cs typeface="Calibri"/>
              </a:rPr>
              <a:t>Consolida informações de diferentes ferramentas em uma única interface.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Dados brutos centralizados no Google Cloud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Tratamento padronizado em Python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Base única no SharePoint para o app</a:t>
            </a:r>
          </a:p>
        </p:txBody>
      </p:sp>
      <p:sp>
        <p:nvSpPr>
          <p:cNvPr id="15" name="Número 15"/>
          <p:cNvSpPr/>
          <p:nvPr/>
        </p:nvSpPr>
        <p:spPr>
          <a:xfrm>
            <a:off x="1005840" y="187452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6" name="Etiqueta 16"/>
          <p:cNvSpPr/>
          <p:nvPr/>
        </p:nvSpPr>
        <p:spPr>
          <a:xfrm>
            <a:off x="1005840" y="617220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00C85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GCP · Python · SharePoint</a:t>
            </a:r>
          </a:p>
        </p:txBody>
      </p:sp>
      <p:sp>
        <p:nvSpPr>
          <p:cNvPr id="17" name="Cartão 17"/>
          <p:cNvSpPr/>
          <p:nvPr/>
        </p:nvSpPr>
        <p:spPr>
          <a:xfrm>
            <a:off x="5212080" y="2194560"/>
            <a:ext cx="4206240" cy="47548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64008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Priorização Inteligente</a:t>
            </a:r>
          </a:p>
          <a:p>
            <a:pPr marL="0" indent="0" algn="l">
              <a:spcAft>
                <a:spcPts val="1400"/>
              </a:spcAft>
              <a:buNone/>
            </a:pPr>
            <a:r>
              <a:rPr lang="pt-BR" sz="1600" b="0">
                <a:solidFill>
                  <a:srgbClr val="52586B"/>
                </a:solidFill>
                <a:latin typeface="Calibri"/>
                <a:cs typeface="Calibri"/>
              </a:rPr>
              <a:t>Classifica as notas com base na criticidade, direto no Power Apps.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Regras calculadas com NumPy e Pandas/Polars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Níveis Alta, Média e Baixa por cor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Ajuste pela coordenação quando necessário</a:t>
            </a:r>
          </a:p>
        </p:txBody>
      </p:sp>
      <p:sp>
        <p:nvSpPr>
          <p:cNvPr id="18" name="Número 18"/>
          <p:cNvSpPr/>
          <p:nvPr/>
        </p:nvSpPr>
        <p:spPr>
          <a:xfrm>
            <a:off x="5486400" y="187452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9" name="Etiqueta 19"/>
          <p:cNvSpPr/>
          <p:nvPr/>
        </p:nvSpPr>
        <p:spPr>
          <a:xfrm>
            <a:off x="5486400" y="617220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00C85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Python · Power Apps</a:t>
            </a:r>
          </a:p>
        </p:txBody>
      </p:sp>
      <p:sp>
        <p:nvSpPr>
          <p:cNvPr id="20" name="Cartão 20"/>
          <p:cNvSpPr/>
          <p:nvPr/>
        </p:nvSpPr>
        <p:spPr>
          <a:xfrm>
            <a:off x="9692640" y="2194560"/>
            <a:ext cx="4206240" cy="47548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640080" rIns="274320" bIns="274320" rtlCol="0" anchor="t">
            <a:no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Decisões Ágeis</a:t>
            </a:r>
          </a:p>
          <a:p>
            <a:pPr marL="0" indent="0" algn="l">
              <a:spcAft>
                <a:spcPts val="1400"/>
              </a:spcAft>
              <a:buNone/>
            </a:pPr>
            <a:r>
              <a:rPr lang="pt-BR" sz="1600" b="0">
                <a:solidFill>
                  <a:srgbClr val="52586B"/>
                </a:solidFill>
                <a:latin typeface="Calibri"/>
                <a:cs typeface="Calibri"/>
              </a:rPr>
              <a:t>Permite decisão rápida com base em critérios claros e objetivos.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Fila única e ordenada para o turno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Notas concluídas com consulta fácil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Fechamento do ciclo com conclusão no SAP</a:t>
            </a:r>
          </a:p>
        </p:txBody>
      </p:sp>
      <p:sp>
        <p:nvSpPr>
          <p:cNvPr id="21" name="Número 21"/>
          <p:cNvSpPr/>
          <p:nvPr/>
        </p:nvSpPr>
        <p:spPr>
          <a:xfrm>
            <a:off x="9966960" y="1874520"/>
            <a:ext cx="640080" cy="64008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2" name="Etiqueta 22"/>
          <p:cNvSpPr/>
          <p:nvPr/>
        </p:nvSpPr>
        <p:spPr>
          <a:xfrm>
            <a:off x="9966960" y="6172200"/>
            <a:ext cx="3657600" cy="502920"/>
          </a:xfrm>
          <a:prstGeom prst="roundRect">
            <a:avLst>
              <a:gd name="adj" fmla="val 50000"/>
            </a:avLst>
          </a:prstGeom>
          <a:solidFill>
            <a:srgbClr val="00C85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Power Apps · SharePoint</a:t>
            </a:r>
          </a:p>
        </p:txBody>
      </p:sp>
      <p:sp>
        <p:nvSpPr>
          <p:cNvPr id="2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3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>
                <a:solidFill>
                  <a:srgbClr val="002060"/>
                </a:solidFill>
                <a:latin typeface="Calibri"/>
                <a:cs typeface="Calibri"/>
              </a:rPr>
              <a:t>Arquitetura de Ponta a Ponta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Do dado bruto à tela do usuário, em camadas independentes</a:t>
            </a:r>
          </a:p>
        </p:txBody>
      </p:sp>
      <p:sp>
        <p:nvSpPr>
          <p:cNvPr id="23" name="Camada 23"/>
          <p:cNvSpPr/>
          <p:nvPr/>
        </p:nvSpPr>
        <p:spPr>
          <a:xfrm>
            <a:off x="731520" y="19202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Fontes</a:t>
            </a:r>
          </a:p>
        </p:txBody>
      </p:sp>
      <p:sp>
        <p:nvSpPr>
          <p:cNvPr id="24" name="Cartão 24"/>
          <p:cNvSpPr/>
          <p:nvPr/>
        </p:nvSpPr>
        <p:spPr>
          <a:xfrm>
            <a:off x="731520" y="278892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Notas de manutenção do SAP</a:t>
            </a:r>
          </a:p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Demais sistemas e planilhas do turno</a:t>
            </a:r>
          </a:p>
        </p:txBody>
      </p:sp>
      <p:sp>
        <p:nvSpPr>
          <p:cNvPr id="25" name="Seta 25"/>
          <p:cNvSpPr/>
          <p:nvPr/>
        </p:nvSpPr>
        <p:spPr>
          <a:xfrm>
            <a:off x="3127248" y="2103120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26" name="Camada 26"/>
          <p:cNvSpPr/>
          <p:nvPr/>
        </p:nvSpPr>
        <p:spPr>
          <a:xfrm>
            <a:off x="3429000" y="19202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Google Cloud</a:t>
            </a:r>
          </a:p>
        </p:txBody>
      </p:sp>
      <p:sp>
        <p:nvSpPr>
          <p:cNvPr id="27" name="Cartão 27"/>
          <p:cNvSpPr/>
          <p:nvPr/>
        </p:nvSpPr>
        <p:spPr>
          <a:xfrm>
            <a:off x="3429000" y="278892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Armazena os dados brutos</a:t>
            </a:r>
          </a:p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Compartilha dados com o Python por acesso controlado</a:t>
            </a:r>
          </a:p>
        </p:txBody>
      </p:sp>
      <p:sp>
        <p:nvSpPr>
          <p:cNvPr id="28" name="Seta 28"/>
          <p:cNvSpPr/>
          <p:nvPr/>
        </p:nvSpPr>
        <p:spPr>
          <a:xfrm>
            <a:off x="5824728" y="2103120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29" name="Camada 29"/>
          <p:cNvSpPr/>
          <p:nvPr/>
        </p:nvSpPr>
        <p:spPr>
          <a:xfrm>
            <a:off x="6126480" y="19202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</a:p>
        </p:txBody>
      </p:sp>
      <p:sp>
        <p:nvSpPr>
          <p:cNvPr id="30" name="Cartão 30"/>
          <p:cNvSpPr/>
          <p:nvPr/>
        </p:nvSpPr>
        <p:spPr>
          <a:xfrm>
            <a:off x="6126480" y="278892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NumPy, Pandas e Polars</a:t>
            </a:r>
          </a:p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ETL: limpeza, regras e cálculo de criticidade</a:t>
            </a:r>
          </a:p>
        </p:txBody>
      </p:sp>
      <p:sp>
        <p:nvSpPr>
          <p:cNvPr id="31" name="Seta 31"/>
          <p:cNvSpPr/>
          <p:nvPr/>
        </p:nvSpPr>
        <p:spPr>
          <a:xfrm>
            <a:off x="8522208" y="2103120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32" name="Camada 32"/>
          <p:cNvSpPr/>
          <p:nvPr/>
        </p:nvSpPr>
        <p:spPr>
          <a:xfrm>
            <a:off x="8823960" y="19202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SharePoint</a:t>
            </a:r>
          </a:p>
        </p:txBody>
      </p:sp>
      <p:sp>
        <p:nvSpPr>
          <p:cNvPr id="33" name="Cartão 33"/>
          <p:cNvSpPr/>
          <p:nvPr/>
        </p:nvSpPr>
        <p:spPr>
          <a:xfrm>
            <a:off x="8823960" y="278892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Armazena os dados tratados</a:t>
            </a:r>
          </a:p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Comunica com o Power Apps</a:t>
            </a:r>
          </a:p>
        </p:txBody>
      </p:sp>
      <p:sp>
        <p:nvSpPr>
          <p:cNvPr id="34" name="Seta 34"/>
          <p:cNvSpPr/>
          <p:nvPr/>
        </p:nvSpPr>
        <p:spPr>
          <a:xfrm>
            <a:off x="11219688" y="2103120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35" name="Camada 35"/>
          <p:cNvSpPr/>
          <p:nvPr/>
        </p:nvSpPr>
        <p:spPr>
          <a:xfrm>
            <a:off x="11521440" y="192024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00C85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000" b="1">
                <a:solidFill>
                  <a:srgbClr val="FFFFFF"/>
                </a:solidFill>
                <a:latin typeface="Calibri"/>
                <a:cs typeface="Calibri"/>
              </a:rPr>
              <a:t>Power Apps</a:t>
            </a:r>
          </a:p>
        </p:txBody>
      </p:sp>
      <p:sp>
        <p:nvSpPr>
          <p:cNvPr id="36" name="Cartão 36"/>
          <p:cNvSpPr/>
          <p:nvPr/>
        </p:nvSpPr>
        <p:spPr>
          <a:xfrm>
            <a:off x="11521440" y="2788920"/>
            <a:ext cx="2377440" cy="23774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82880" rIns="182880" bIns="182880" rtlCol="0" anchor="t">
            <a:noAutofit/>
          </a:bodyPr>
          <a:lstStyle/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Interface nativa do usuário</a:t>
            </a:r>
          </a:p>
          <a:p>
            <a:pPr marL="285750" indent="-285750" algn="l">
              <a:spcAft>
                <a:spcPts val="10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Priorização, consulta e conclusão</a:t>
            </a:r>
          </a:p>
        </p:txBody>
      </p:sp>
      <p:sp>
        <p:nvSpPr>
          <p:cNvPr id="37" name="Cartão 37"/>
          <p:cNvSpPr/>
          <p:nvPr/>
        </p:nvSpPr>
        <p:spPr>
          <a:xfrm>
            <a:off x="731520" y="5486400"/>
            <a:ext cx="4206240" cy="15544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800" b="1" dirty="0">
                <a:solidFill>
                  <a:srgbClr val="002060"/>
                </a:solidFill>
                <a:latin typeface="Calibri"/>
                <a:cs typeface="Calibri"/>
              </a:rPr>
              <a:t>Camadas independentes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 dirty="0">
                <a:solidFill>
                  <a:srgbClr val="52586B"/>
                </a:solidFill>
                <a:latin typeface="Calibri"/>
                <a:cs typeface="Calibri"/>
              </a:rPr>
              <a:t>Cada etapa pode evoluir sem quebrar as demais.</a:t>
            </a:r>
          </a:p>
        </p:txBody>
      </p:sp>
      <p:sp>
        <p:nvSpPr>
          <p:cNvPr id="38" name="Cartão 38"/>
          <p:cNvSpPr/>
          <p:nvPr/>
        </p:nvSpPr>
        <p:spPr>
          <a:xfrm>
            <a:off x="5212080" y="5486400"/>
            <a:ext cx="4206240" cy="15544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800" b="1">
                <a:solidFill>
                  <a:srgbClr val="002060"/>
                </a:solidFill>
                <a:latin typeface="Calibri"/>
                <a:cs typeface="Calibri"/>
              </a:rPr>
              <a:t>Dados tratados antes do app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52586B"/>
                </a:solidFill>
                <a:latin typeface="Calibri"/>
                <a:cs typeface="Calibri"/>
              </a:rPr>
              <a:t>O Power Apps consome apenas informação pronta.</a:t>
            </a:r>
          </a:p>
        </p:txBody>
      </p:sp>
      <p:sp>
        <p:nvSpPr>
          <p:cNvPr id="39" name="Cartão 39"/>
          <p:cNvSpPr/>
          <p:nvPr/>
        </p:nvSpPr>
        <p:spPr>
          <a:xfrm>
            <a:off x="9692640" y="5486400"/>
            <a:ext cx="4206240" cy="15544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28600" tIns="228600" rIns="228600" bIns="228600" rtlCol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pt-BR" sz="1800" b="1">
                <a:solidFill>
                  <a:srgbClr val="002060"/>
                </a:solidFill>
                <a:latin typeface="Calibri"/>
                <a:cs typeface="Calibri"/>
              </a:rPr>
              <a:t>Comunicação nativa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52586B"/>
                </a:solidFill>
                <a:latin typeface="Calibri"/>
                <a:cs typeface="Calibri"/>
              </a:rPr>
              <a:t>Conector SharePoint do Power Apps, sem gateway.</a:t>
            </a:r>
          </a:p>
        </p:txBody>
      </p:sp>
      <p:sp>
        <p:nvSpPr>
          <p:cNvPr id="2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3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>
                <a:solidFill>
                  <a:srgbClr val="002060"/>
                </a:solidFill>
                <a:latin typeface="Calibri"/>
                <a:cs typeface="Calibri"/>
              </a:rPr>
              <a:t>GCP e Python: Dados e Processamento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Dados brutos compartilhados no Google Cloud e tratados com NumPy, Pandas e Polars</a:t>
            </a:r>
          </a:p>
        </p:txBody>
      </p:sp>
      <p:sp>
        <p:nvSpPr>
          <p:cNvPr id="40" name="Cartão 40"/>
          <p:cNvSpPr/>
          <p:nvPr/>
        </p:nvSpPr>
        <p:spPr>
          <a:xfrm>
            <a:off x="731520" y="1920240"/>
            <a:ext cx="6355080" cy="33832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Google Cloud Platform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pt-BR" sz="1500" b="1">
                <a:solidFill>
                  <a:srgbClr val="00C85A"/>
                </a:solidFill>
                <a:latin typeface="Calibri"/>
                <a:cs typeface="Calibri"/>
              </a:rPr>
              <a:t>Dados e compartilhamento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>
                <a:solidFill>
                  <a:srgbClr val="2B3445"/>
                </a:solidFill>
                <a:latin typeface="Calibri"/>
                <a:cs typeface="Calibri"/>
              </a:rPr>
              <a:t>Armazenamento centralizado dos dados brutos (ex.: Cloud Storage e BigQuery)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>
                <a:solidFill>
                  <a:srgbClr val="2B3445"/>
                </a:solidFill>
                <a:latin typeface="Calibri"/>
                <a:cs typeface="Calibri"/>
              </a:rPr>
              <a:t>Compartilhamento controlado por IAM e contas de serviço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>
                <a:solidFill>
                  <a:srgbClr val="2B3445"/>
                </a:solidFill>
                <a:latin typeface="Calibri"/>
                <a:cs typeface="Calibri"/>
              </a:rPr>
              <a:t>Acesso pelo Python sem cópias manuais de arquivos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>
                <a:solidFill>
                  <a:srgbClr val="2B3445"/>
                </a:solidFill>
                <a:latin typeface="Calibri"/>
                <a:cs typeface="Calibri"/>
              </a:rPr>
              <a:t>Dados organizados por data de extração</a:t>
            </a:r>
          </a:p>
        </p:txBody>
      </p:sp>
      <p:sp>
        <p:nvSpPr>
          <p:cNvPr id="41" name="Cartão 41"/>
          <p:cNvSpPr/>
          <p:nvPr/>
        </p:nvSpPr>
        <p:spPr>
          <a:xfrm>
            <a:off x="7543800" y="1920240"/>
            <a:ext cx="6355080" cy="33832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Python no tratamento</a:t>
            </a:r>
          </a:p>
        </p:txBody>
      </p:sp>
      <p:sp>
        <p:nvSpPr>
          <p:cNvPr id="42" name="Biblioteca 42"/>
          <p:cNvSpPr/>
          <p:nvPr/>
        </p:nvSpPr>
        <p:spPr>
          <a:xfrm>
            <a:off x="7818120" y="260604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NumPy</a:t>
            </a:r>
          </a:p>
        </p:txBody>
      </p:sp>
      <p:sp>
        <p:nvSpPr>
          <p:cNvPr id="43" name="Forma 43"/>
          <p:cNvSpPr txBox="1"/>
          <p:nvPr/>
        </p:nvSpPr>
        <p:spPr>
          <a:xfrm>
            <a:off x="9418320" y="260604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Cálculo vetorizado do score e dos pesos de criticidade</a:t>
            </a:r>
          </a:p>
        </p:txBody>
      </p:sp>
      <p:sp>
        <p:nvSpPr>
          <p:cNvPr id="44" name="Biblioteca 44"/>
          <p:cNvSpPr/>
          <p:nvPr/>
        </p:nvSpPr>
        <p:spPr>
          <a:xfrm>
            <a:off x="7818120" y="347472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Pandas</a:t>
            </a:r>
          </a:p>
        </p:txBody>
      </p:sp>
      <p:sp>
        <p:nvSpPr>
          <p:cNvPr id="45" name="Forma 45"/>
          <p:cNvSpPr txBox="1"/>
          <p:nvPr/>
        </p:nvSpPr>
        <p:spPr>
          <a:xfrm>
            <a:off x="9418320" y="347472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Limpeza, junções e regras de negócio sobre as notas</a:t>
            </a:r>
          </a:p>
        </p:txBody>
      </p:sp>
      <p:sp>
        <p:nvSpPr>
          <p:cNvPr id="46" name="Biblioteca 46"/>
          <p:cNvSpPr/>
          <p:nvPr/>
        </p:nvSpPr>
        <p:spPr>
          <a:xfrm>
            <a:off x="7818120" y="434340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Polars</a:t>
            </a:r>
          </a:p>
        </p:txBody>
      </p:sp>
      <p:sp>
        <p:nvSpPr>
          <p:cNvPr id="47" name="Forma 47"/>
          <p:cNvSpPr txBox="1"/>
          <p:nvPr/>
        </p:nvSpPr>
        <p:spPr>
          <a:xfrm>
            <a:off x="9418320" y="434340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Processamento rápido e paralelo para volumes maiores</a:t>
            </a:r>
          </a:p>
        </p:txBody>
      </p:sp>
      <p:sp>
        <p:nvSpPr>
          <p:cNvPr id="48" name="Etapa 48"/>
          <p:cNvSpPr/>
          <p:nvPr/>
        </p:nvSpPr>
        <p:spPr>
          <a:xfrm>
            <a:off x="731520" y="5577840"/>
            <a:ext cx="2560320" cy="822960"/>
          </a:xfrm>
          <a:prstGeom prst="homePlate">
            <a:avLst/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Extrair</a:t>
            </a:r>
          </a:p>
        </p:txBody>
      </p:sp>
      <p:sp>
        <p:nvSpPr>
          <p:cNvPr id="49" name="Forma 49"/>
          <p:cNvSpPr txBox="1"/>
          <p:nvPr/>
        </p:nvSpPr>
        <p:spPr>
          <a:xfrm>
            <a:off x="914400" y="6446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0">
                <a:solidFill>
                  <a:srgbClr val="52586B"/>
                </a:solidFill>
                <a:latin typeface="Calibri"/>
                <a:cs typeface="Calibri"/>
              </a:rPr>
              <a:t>Lê os dados do GCP</a:t>
            </a:r>
          </a:p>
        </p:txBody>
      </p:sp>
      <p:sp>
        <p:nvSpPr>
          <p:cNvPr id="50" name="Etapa 50"/>
          <p:cNvSpPr/>
          <p:nvPr/>
        </p:nvSpPr>
        <p:spPr>
          <a:xfrm>
            <a:off x="3364992" y="5577840"/>
            <a:ext cx="2560320" cy="822960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Limpar</a:t>
            </a:r>
          </a:p>
        </p:txBody>
      </p:sp>
      <p:sp>
        <p:nvSpPr>
          <p:cNvPr id="51" name="Forma 51"/>
          <p:cNvSpPr txBox="1"/>
          <p:nvPr/>
        </p:nvSpPr>
        <p:spPr>
          <a:xfrm>
            <a:off x="3547872" y="6446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0">
                <a:solidFill>
                  <a:srgbClr val="52586B"/>
                </a:solidFill>
                <a:latin typeface="Calibri"/>
                <a:cs typeface="Calibri"/>
              </a:rPr>
              <a:t>Remove duplicidades e padroniza</a:t>
            </a:r>
          </a:p>
        </p:txBody>
      </p:sp>
      <p:sp>
        <p:nvSpPr>
          <p:cNvPr id="52" name="Etapa 52"/>
          <p:cNvSpPr/>
          <p:nvPr/>
        </p:nvSpPr>
        <p:spPr>
          <a:xfrm>
            <a:off x="5998464" y="5577840"/>
            <a:ext cx="2560320" cy="822960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Enriquecer</a:t>
            </a:r>
          </a:p>
        </p:txBody>
      </p:sp>
      <p:sp>
        <p:nvSpPr>
          <p:cNvPr id="53" name="Forma 53"/>
          <p:cNvSpPr txBox="1"/>
          <p:nvPr/>
        </p:nvSpPr>
        <p:spPr>
          <a:xfrm>
            <a:off x="6181344" y="6446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0">
                <a:solidFill>
                  <a:srgbClr val="52586B"/>
                </a:solidFill>
                <a:latin typeface="Calibri"/>
                <a:cs typeface="Calibri"/>
              </a:rPr>
              <a:t>Cruza com cadastros</a:t>
            </a:r>
          </a:p>
        </p:txBody>
      </p:sp>
      <p:sp>
        <p:nvSpPr>
          <p:cNvPr id="54" name="Etapa 54"/>
          <p:cNvSpPr/>
          <p:nvPr/>
        </p:nvSpPr>
        <p:spPr>
          <a:xfrm>
            <a:off x="8631936" y="5577840"/>
            <a:ext cx="2560320" cy="822960"/>
          </a:xfrm>
          <a:prstGeom prst="chevron">
            <a:avLst/>
          </a:prstGeom>
          <a:solidFill>
            <a:srgbClr val="002060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Pontuar</a:t>
            </a:r>
          </a:p>
        </p:txBody>
      </p:sp>
      <p:sp>
        <p:nvSpPr>
          <p:cNvPr id="55" name="Forma 55"/>
          <p:cNvSpPr txBox="1"/>
          <p:nvPr/>
        </p:nvSpPr>
        <p:spPr>
          <a:xfrm>
            <a:off x="8814816" y="6446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0">
                <a:solidFill>
                  <a:srgbClr val="52586B"/>
                </a:solidFill>
                <a:latin typeface="Calibri"/>
                <a:cs typeface="Calibri"/>
              </a:rPr>
              <a:t>Calcula a criticidade</a:t>
            </a:r>
          </a:p>
        </p:txBody>
      </p:sp>
      <p:sp>
        <p:nvSpPr>
          <p:cNvPr id="56" name="Etapa 56"/>
          <p:cNvSpPr/>
          <p:nvPr/>
        </p:nvSpPr>
        <p:spPr>
          <a:xfrm>
            <a:off x="11265408" y="5577840"/>
            <a:ext cx="2560320" cy="82296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800" b="1">
                <a:solidFill>
                  <a:srgbClr val="FFFFFF"/>
                </a:solidFill>
                <a:latin typeface="Calibri"/>
                <a:cs typeface="Calibri"/>
              </a:rPr>
              <a:t>Publicar</a:t>
            </a:r>
          </a:p>
        </p:txBody>
      </p:sp>
      <p:sp>
        <p:nvSpPr>
          <p:cNvPr id="57" name="Forma 57"/>
          <p:cNvSpPr txBox="1"/>
          <p:nvPr/>
        </p:nvSpPr>
        <p:spPr>
          <a:xfrm>
            <a:off x="11448288" y="6446520"/>
            <a:ext cx="2286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0">
                <a:solidFill>
                  <a:srgbClr val="52586B"/>
                </a:solidFill>
                <a:latin typeface="Calibri"/>
                <a:cs typeface="Calibri"/>
              </a:rPr>
              <a:t>Grava no SharePoint</a:t>
            </a:r>
          </a:p>
        </p:txBody>
      </p:sp>
      <p:sp>
        <p:nvSpPr>
          <p:cNvPr id="2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3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>
                <a:solidFill>
                  <a:srgbClr val="002060"/>
                </a:solidFill>
                <a:latin typeface="Calibri"/>
                <a:cs typeface="Calibri"/>
              </a:rPr>
              <a:t>SharePoint e Power Apps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Armazenagem e comunicação nativa entre a base de dados e o aplicativo</a:t>
            </a:r>
          </a:p>
        </p:txBody>
      </p:sp>
      <p:sp>
        <p:nvSpPr>
          <p:cNvPr id="58" name="Cartão 58"/>
          <p:cNvSpPr/>
          <p:nvPr/>
        </p:nvSpPr>
        <p:spPr>
          <a:xfrm>
            <a:off x="731520" y="1920240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002060"/>
                </a:solidFill>
                <a:latin typeface="Calibri"/>
                <a:cs typeface="Calibri"/>
              </a:rPr>
              <a:t>SharePoint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pt-BR" sz="1500" b="1" dirty="0">
                <a:solidFill>
                  <a:srgbClr val="00C85A"/>
                </a:solidFill>
                <a:latin typeface="Calibri"/>
                <a:cs typeface="Calibri"/>
              </a:rPr>
              <a:t>Armazenagem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Listas com notas priorizadas, concluídas e parâmetros de criticidade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O Python publica os dados tratados de forma recorrente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Permissões por grupo e histórico de alterações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Base única e acessível</a:t>
            </a:r>
          </a:p>
        </p:txBody>
      </p:sp>
      <p:sp>
        <p:nvSpPr>
          <p:cNvPr id="59" name="Cartão 59"/>
          <p:cNvSpPr/>
          <p:nvPr/>
        </p:nvSpPr>
        <p:spPr>
          <a:xfrm>
            <a:off x="8229600" y="1920240"/>
            <a:ext cx="5669280" cy="429768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002060"/>
                </a:solidFill>
                <a:latin typeface="Calibri"/>
                <a:cs typeface="Calibri"/>
              </a:rPr>
              <a:t>Power Apps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pt-BR" sz="1500" b="1" dirty="0">
                <a:solidFill>
                  <a:srgbClr val="00C85A"/>
                </a:solidFill>
                <a:latin typeface="Calibri"/>
                <a:cs typeface="Calibri"/>
              </a:rPr>
              <a:t>Interface nativa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Lê e grava nas listas pelo conector nativo do SharePoint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Fila de notas ordenada por criticidade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Tela própria para notas concluídas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Mesma experiência para operação, coordenação e manutenção</a:t>
            </a:r>
          </a:p>
        </p:txBody>
      </p:sp>
      <p:sp>
        <p:nvSpPr>
          <p:cNvPr id="60" name="Forma 60"/>
          <p:cNvSpPr/>
          <p:nvPr/>
        </p:nvSpPr>
        <p:spPr>
          <a:xfrm>
            <a:off x="6583680" y="3566160"/>
            <a:ext cx="1463040" cy="731520"/>
          </a:xfrm>
          <a:prstGeom prst="leftRightArrow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61" name="Forma 61"/>
          <p:cNvSpPr txBox="1"/>
          <p:nvPr/>
        </p:nvSpPr>
        <p:spPr>
          <a:xfrm>
            <a:off x="6400800" y="4389120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1">
                <a:solidFill>
                  <a:srgbClr val="002060"/>
                </a:solidFill>
                <a:latin typeface="Calibri"/>
                <a:cs typeface="Calibri"/>
              </a:rPr>
              <a:t>Comunicação nativa</a:t>
            </a:r>
          </a:p>
        </p:txBody>
      </p:sp>
      <p:sp>
        <p:nvSpPr>
          <p:cNvPr id="62" name="Forma 62"/>
          <p:cNvSpPr/>
          <p:nvPr/>
        </p:nvSpPr>
        <p:spPr>
          <a:xfrm>
            <a:off x="731520" y="6400800"/>
            <a:ext cx="13167360" cy="73152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O usuário decide e registra a prioridade no app, e o registro é gravado direto no SharePoint.</a:t>
            </a:r>
          </a:p>
        </p:txBody>
      </p:sp>
      <p:sp>
        <p:nvSpPr>
          <p:cNvPr id="2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3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>
                <a:solidFill>
                  <a:srgbClr val="002060"/>
                </a:solidFill>
                <a:latin typeface="Calibri"/>
                <a:cs typeface="Calibri"/>
              </a:rPr>
              <a:t>Fluxo e Telas do Aplicativo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Do abrir da nota ao encerramento, com priorização visual por criticidade</a:t>
            </a:r>
          </a:p>
        </p:txBody>
      </p:sp>
      <p:sp>
        <p:nvSpPr>
          <p:cNvPr id="63" name="Passo 63"/>
          <p:cNvSpPr/>
          <p:nvPr/>
        </p:nvSpPr>
        <p:spPr>
          <a:xfrm>
            <a:off x="731520" y="1920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Operador abre a nota</a:t>
            </a:r>
          </a:p>
        </p:txBody>
      </p:sp>
      <p:sp>
        <p:nvSpPr>
          <p:cNvPr id="64" name="Seta 64"/>
          <p:cNvSpPr/>
          <p:nvPr/>
        </p:nvSpPr>
        <p:spPr>
          <a:xfrm>
            <a:off x="3127248" y="2176272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65" name="Passo 65"/>
          <p:cNvSpPr/>
          <p:nvPr/>
        </p:nvSpPr>
        <p:spPr>
          <a:xfrm>
            <a:off x="3429000" y="1920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Coordenação prioriza</a:t>
            </a:r>
          </a:p>
        </p:txBody>
      </p:sp>
      <p:sp>
        <p:nvSpPr>
          <p:cNvPr id="66" name="Seta 66"/>
          <p:cNvSpPr/>
          <p:nvPr/>
        </p:nvSpPr>
        <p:spPr>
          <a:xfrm>
            <a:off x="5824728" y="2176272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67" name="Passo 67"/>
          <p:cNvSpPr/>
          <p:nvPr/>
        </p:nvSpPr>
        <p:spPr>
          <a:xfrm>
            <a:off x="6126480" y="1920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Manutenção executa</a:t>
            </a:r>
          </a:p>
        </p:txBody>
      </p:sp>
      <p:sp>
        <p:nvSpPr>
          <p:cNvPr id="68" name="Seta 68"/>
          <p:cNvSpPr/>
          <p:nvPr/>
        </p:nvSpPr>
        <p:spPr>
          <a:xfrm>
            <a:off x="8522208" y="2176272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69" name="Passo 69"/>
          <p:cNvSpPr/>
          <p:nvPr/>
        </p:nvSpPr>
        <p:spPr>
          <a:xfrm>
            <a:off x="8823960" y="1920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Encerra a nota no SAP</a:t>
            </a:r>
          </a:p>
        </p:txBody>
      </p:sp>
      <p:sp>
        <p:nvSpPr>
          <p:cNvPr id="70" name="Seta 70"/>
          <p:cNvSpPr/>
          <p:nvPr/>
        </p:nvSpPr>
        <p:spPr>
          <a:xfrm>
            <a:off x="11219688" y="2176272"/>
            <a:ext cx="274320" cy="411480"/>
          </a:xfrm>
          <a:prstGeom prst="chevron">
            <a:avLst/>
          </a:prstGeom>
          <a:solidFill>
            <a:srgbClr val="00C85A"/>
          </a:solidFill>
          <a:ln>
            <a:noFill/>
          </a:ln>
        </p:spPr>
        <p:txBody>
          <a:bodyPr wrap="square" lIns="137160" tIns="137160" rIns="137160" bIns="137160" rtlCol="0" anchor="t">
            <a:noAutofit/>
          </a:bodyPr>
          <a:lstStyle/>
          <a:p>
            <a:endParaRPr lang="pt-BR"/>
          </a:p>
        </p:txBody>
      </p:sp>
      <p:sp>
        <p:nvSpPr>
          <p:cNvPr id="71" name="Passo 71"/>
          <p:cNvSpPr/>
          <p:nvPr/>
        </p:nvSpPr>
        <p:spPr>
          <a:xfrm>
            <a:off x="11521440" y="1920240"/>
            <a:ext cx="2377440" cy="914400"/>
          </a:xfrm>
          <a:prstGeom prst="roundRect">
            <a:avLst>
              <a:gd name="adj" fmla="val 12000"/>
            </a:avLst>
          </a:prstGeom>
          <a:solidFill>
            <a:srgbClr val="00C85A"/>
          </a:solidFill>
          <a:ln>
            <a:noFill/>
          </a:ln>
        </p:spPr>
        <p:txBody>
          <a:bodyPr wrap="square" lIns="91440" tIns="91440" rIns="91440" bIns="9144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App encerra a nota</a:t>
            </a:r>
          </a:p>
        </p:txBody>
      </p:sp>
      <p:pic>
        <p:nvPicPr>
          <p:cNvPr id="72" name="Imagem 72" descr="Priorização por criticida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2756747" cy="3383280"/>
          </a:xfrm>
          <a:prstGeom prst="rect">
            <a:avLst/>
          </a:prstGeom>
        </p:spPr>
      </p:pic>
      <p:sp>
        <p:nvSpPr>
          <p:cNvPr id="73" name="Forma 73"/>
          <p:cNvSpPr txBox="1"/>
          <p:nvPr/>
        </p:nvSpPr>
        <p:spPr>
          <a:xfrm>
            <a:off x="731520" y="6537960"/>
            <a:ext cx="2756747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1">
                <a:solidFill>
                  <a:srgbClr val="52586B"/>
                </a:solidFill>
                <a:latin typeface="Calibri"/>
                <a:cs typeface="Calibri"/>
              </a:rPr>
              <a:t>Priorização por criticidade</a:t>
            </a:r>
          </a:p>
        </p:txBody>
      </p:sp>
      <p:pic>
        <p:nvPicPr>
          <p:cNvPr id="74" name="Imagem 74" descr="Notas concluída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5467" y="3108960"/>
            <a:ext cx="2673965" cy="3383280"/>
          </a:xfrm>
          <a:prstGeom prst="rect">
            <a:avLst/>
          </a:prstGeom>
        </p:spPr>
      </p:pic>
      <p:sp>
        <p:nvSpPr>
          <p:cNvPr id="75" name="Forma 75"/>
          <p:cNvSpPr txBox="1"/>
          <p:nvPr/>
        </p:nvSpPr>
        <p:spPr>
          <a:xfrm>
            <a:off x="3945467" y="6537960"/>
            <a:ext cx="267396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400" b="1">
                <a:solidFill>
                  <a:srgbClr val="52586B"/>
                </a:solidFill>
                <a:latin typeface="Calibri"/>
                <a:cs typeface="Calibri"/>
              </a:rPr>
              <a:t>Notas concluídas</a:t>
            </a:r>
          </a:p>
        </p:txBody>
      </p:sp>
      <p:sp>
        <p:nvSpPr>
          <p:cNvPr id="76" name="Forma 76"/>
          <p:cNvSpPr txBox="1"/>
          <p:nvPr/>
        </p:nvSpPr>
        <p:spPr>
          <a:xfrm>
            <a:off x="7350952" y="3108960"/>
            <a:ext cx="654792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Níveis de criticidade</a:t>
            </a:r>
          </a:p>
        </p:txBody>
      </p:sp>
      <p:sp>
        <p:nvSpPr>
          <p:cNvPr id="77" name="Nível 77"/>
          <p:cNvSpPr/>
          <p:nvPr/>
        </p:nvSpPr>
        <p:spPr>
          <a:xfrm>
            <a:off x="7350952" y="3749040"/>
            <a:ext cx="1280160" cy="594360"/>
          </a:xfrm>
          <a:prstGeom prst="roundRect">
            <a:avLst>
              <a:gd name="adj" fmla="val 20000"/>
            </a:avLst>
          </a:prstGeom>
          <a:solidFill>
            <a:srgbClr val="D9534F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FFFFFF"/>
                </a:solidFill>
                <a:latin typeface="Calibri"/>
                <a:cs typeface="Calibri"/>
              </a:rPr>
              <a:t>Alta</a:t>
            </a:r>
          </a:p>
        </p:txBody>
      </p:sp>
      <p:sp>
        <p:nvSpPr>
          <p:cNvPr id="78" name="Forma 78"/>
          <p:cNvSpPr txBox="1"/>
          <p:nvPr/>
        </p:nvSpPr>
        <p:spPr>
          <a:xfrm>
            <a:off x="8813992" y="3749040"/>
            <a:ext cx="50848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Exige atuação imediata</a:t>
            </a:r>
          </a:p>
        </p:txBody>
      </p:sp>
      <p:sp>
        <p:nvSpPr>
          <p:cNvPr id="79" name="Nível 79"/>
          <p:cNvSpPr/>
          <p:nvPr/>
        </p:nvSpPr>
        <p:spPr>
          <a:xfrm>
            <a:off x="7350952" y="4526280"/>
            <a:ext cx="1280160" cy="594360"/>
          </a:xfrm>
          <a:prstGeom prst="roundRect">
            <a:avLst>
              <a:gd name="adj" fmla="val 20000"/>
            </a:avLst>
          </a:prstGeom>
          <a:solidFill>
            <a:srgbClr val="F5C84B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2B3445"/>
                </a:solidFill>
                <a:latin typeface="Calibri"/>
                <a:cs typeface="Calibri"/>
              </a:rPr>
              <a:t>Média</a:t>
            </a:r>
          </a:p>
        </p:txBody>
      </p:sp>
      <p:sp>
        <p:nvSpPr>
          <p:cNvPr id="80" name="Forma 80"/>
          <p:cNvSpPr txBox="1"/>
          <p:nvPr/>
        </p:nvSpPr>
        <p:spPr>
          <a:xfrm>
            <a:off x="8813992" y="4526280"/>
            <a:ext cx="50848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Atuação planejada no turno</a:t>
            </a:r>
          </a:p>
        </p:txBody>
      </p:sp>
      <p:sp>
        <p:nvSpPr>
          <p:cNvPr id="81" name="Nível 81"/>
          <p:cNvSpPr/>
          <p:nvPr/>
        </p:nvSpPr>
        <p:spPr>
          <a:xfrm>
            <a:off x="7350952" y="5303520"/>
            <a:ext cx="1280160" cy="594360"/>
          </a:xfrm>
          <a:prstGeom prst="roundRect">
            <a:avLst>
              <a:gd name="adj" fmla="val 20000"/>
            </a:avLst>
          </a:prstGeom>
          <a:solidFill>
            <a:srgbClr val="BFD0E6"/>
          </a:solidFill>
          <a:ln>
            <a:noFill/>
          </a:ln>
        </p:spPr>
        <p:txBody>
          <a:bodyPr wrap="square" lIns="45720" tIns="45720" rIns="45720" bIns="4572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1600" b="1">
                <a:solidFill>
                  <a:srgbClr val="2B3445"/>
                </a:solidFill>
                <a:latin typeface="Calibri"/>
                <a:cs typeface="Calibri"/>
              </a:rPr>
              <a:t>Baixa</a:t>
            </a:r>
          </a:p>
        </p:txBody>
      </p:sp>
      <p:sp>
        <p:nvSpPr>
          <p:cNvPr id="82" name="Forma 82"/>
          <p:cNvSpPr txBox="1"/>
          <p:nvPr/>
        </p:nvSpPr>
        <p:spPr>
          <a:xfrm>
            <a:off x="8813992" y="5303520"/>
            <a:ext cx="5084888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2B3445"/>
                </a:solidFill>
                <a:latin typeface="Calibri"/>
                <a:cs typeface="Calibri"/>
              </a:rPr>
              <a:t>Pode aguardar janela de manutenção</a:t>
            </a:r>
          </a:p>
        </p:txBody>
      </p:sp>
      <p:sp>
        <p:nvSpPr>
          <p:cNvPr id="83" name="Cartão 83"/>
          <p:cNvSpPr/>
          <p:nvPr/>
        </p:nvSpPr>
        <p:spPr>
          <a:xfrm>
            <a:off x="7350952" y="6126480"/>
            <a:ext cx="6547928" cy="91440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182880" tIns="182880" rIns="182880" bIns="18288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2B3445"/>
                </a:solidFill>
                <a:latin typeface="Calibri"/>
                <a:cs typeface="Calibri"/>
              </a:rPr>
              <a:t>A coordenação ajusta o nível pelo seletor de cada nota; as concluídas ficam em tela própria.</a:t>
            </a:r>
          </a:p>
        </p:txBody>
      </p:sp>
      <p:sp>
        <p:nvSpPr>
          <p:cNvPr id="2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3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tip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2624" y="40340"/>
            <a:ext cx="1398495" cy="1385048"/>
          </a:xfrm>
          <a:prstGeom prst="rect">
            <a:avLst/>
          </a:prstGeom>
        </p:spPr>
      </p:pic>
      <p:sp>
        <p:nvSpPr>
          <p:cNvPr id="4" name="Forma 4"/>
          <p:cNvSpPr txBox="1"/>
          <p:nvPr/>
        </p:nvSpPr>
        <p:spPr>
          <a:xfrm>
            <a:off x="731520" y="457200"/>
            <a:ext cx="11521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4000" b="1" dirty="0">
                <a:solidFill>
                  <a:srgbClr val="002060"/>
                </a:solidFill>
                <a:latin typeface="Calibri"/>
                <a:cs typeface="Calibri"/>
              </a:rPr>
              <a:t>Governança e Próximos Passos</a:t>
            </a:r>
          </a:p>
        </p:txBody>
      </p:sp>
      <p:sp>
        <p:nvSpPr>
          <p:cNvPr id="5" name="Forma 5"/>
          <p:cNvSpPr txBox="1"/>
          <p:nvPr/>
        </p:nvSpPr>
        <p:spPr>
          <a:xfrm>
            <a:off x="731520" y="1188720"/>
            <a:ext cx="11521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800" b="0">
                <a:solidFill>
                  <a:srgbClr val="52586B"/>
                </a:solidFill>
                <a:latin typeface="Calibri"/>
                <a:cs typeface="Calibri"/>
              </a:rPr>
              <a:t>Como mantemos o aplicativo seguro, confiável e em evolução</a:t>
            </a:r>
          </a:p>
        </p:txBody>
      </p:sp>
      <p:sp>
        <p:nvSpPr>
          <p:cNvPr id="84" name="Cartão 84"/>
          <p:cNvSpPr/>
          <p:nvPr/>
        </p:nvSpPr>
        <p:spPr>
          <a:xfrm>
            <a:off x="731520" y="1920240"/>
            <a:ext cx="6309360" cy="5120640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</p:spPr>
        <p:txBody>
          <a:bodyPr wrap="square" lIns="274320" tIns="274320" rIns="274320" bIns="274320" rtlCol="0" anchor="t">
            <a:noAutofit/>
          </a:bodyPr>
          <a:lstStyle/>
          <a:p>
            <a:pPr marL="0" indent="0" algn="l">
              <a:spcAft>
                <a:spcPts val="1400"/>
              </a:spcAft>
              <a:buNone/>
            </a:pPr>
            <a:r>
              <a:rPr lang="pt-BR" sz="2200" b="1" dirty="0">
                <a:solidFill>
                  <a:srgbClr val="002060"/>
                </a:solidFill>
                <a:latin typeface="Calibri"/>
                <a:cs typeface="Calibri"/>
              </a:rPr>
              <a:t>Governança e segurança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Acesso ao GCP por IAM e contas de serviço, com privilégio mínimo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Permissões do SharePoint e do Power Apps por perfil de usuário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Rastreabilidade de quem priorizou e quando</a:t>
            </a:r>
          </a:p>
          <a:p>
            <a:pPr marL="285750" indent="-285750" algn="l">
              <a:spcAft>
                <a:spcPts val="900"/>
              </a:spcAft>
              <a:buClr>
                <a:srgbClr val="00C85A"/>
              </a:buClr>
              <a:buFont typeface="Arial"/>
              <a:buChar char="•"/>
            </a:pPr>
            <a:r>
              <a:rPr lang="pt-BR" sz="1600" b="0" dirty="0">
                <a:solidFill>
                  <a:srgbClr val="2B3445"/>
                </a:solidFill>
                <a:latin typeface="Calibri"/>
                <a:cs typeface="Calibri"/>
              </a:rPr>
              <a:t>Rotina de atualização monitorada, com validação dos dados antes da publicação</a:t>
            </a:r>
          </a:p>
        </p:txBody>
      </p:sp>
      <p:sp>
        <p:nvSpPr>
          <p:cNvPr id="85" name="Forma 85"/>
          <p:cNvSpPr txBox="1"/>
          <p:nvPr/>
        </p:nvSpPr>
        <p:spPr>
          <a:xfrm>
            <a:off x="7498080" y="19202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2200" b="1">
                <a:solidFill>
                  <a:srgbClr val="002060"/>
                </a:solidFill>
                <a:latin typeface="Calibri"/>
                <a:cs typeface="Calibri"/>
              </a:rPr>
              <a:t>Próximos passos</a:t>
            </a:r>
          </a:p>
        </p:txBody>
      </p:sp>
      <p:sp>
        <p:nvSpPr>
          <p:cNvPr id="86" name="Número 86"/>
          <p:cNvSpPr/>
          <p:nvPr/>
        </p:nvSpPr>
        <p:spPr>
          <a:xfrm>
            <a:off x="7498080" y="2743200"/>
            <a:ext cx="731520" cy="731520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7" name="Forma 87"/>
          <p:cNvSpPr txBox="1"/>
          <p:nvPr/>
        </p:nvSpPr>
        <p:spPr>
          <a:xfrm>
            <a:off x="8458200" y="2560320"/>
            <a:ext cx="5440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2B3445"/>
                </a:solidFill>
                <a:latin typeface="Calibri"/>
                <a:cs typeface="Calibri"/>
              </a:rPr>
              <a:t>Consolidar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 dirty="0">
                <a:solidFill>
                  <a:srgbClr val="52586B"/>
                </a:solidFill>
                <a:latin typeface="Calibri"/>
                <a:cs typeface="Calibri"/>
              </a:rPr>
              <a:t>Estabilizar as cargas do GCP e os pipelines Python e validar a priorização com a coordenação.</a:t>
            </a:r>
          </a:p>
        </p:txBody>
      </p:sp>
      <p:sp>
        <p:nvSpPr>
          <p:cNvPr id="88" name="Número 88"/>
          <p:cNvSpPr/>
          <p:nvPr/>
        </p:nvSpPr>
        <p:spPr>
          <a:xfrm>
            <a:off x="7498080" y="4251960"/>
            <a:ext cx="731520" cy="731520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89" name="Forma 89"/>
          <p:cNvSpPr txBox="1"/>
          <p:nvPr/>
        </p:nvSpPr>
        <p:spPr>
          <a:xfrm>
            <a:off x="8458200" y="4069080"/>
            <a:ext cx="5440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>
                <a:solidFill>
                  <a:srgbClr val="2B3445"/>
                </a:solidFill>
                <a:latin typeface="Calibri"/>
                <a:cs typeface="Calibri"/>
              </a:rPr>
              <a:t>Expandir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52586B"/>
                </a:solidFill>
                <a:latin typeface="Calibri"/>
                <a:cs typeface="Calibri"/>
              </a:rPr>
              <a:t>Levar o aplicativo a outras áreas e incluir indicadores do atendimento.</a:t>
            </a:r>
          </a:p>
        </p:txBody>
      </p:sp>
      <p:sp>
        <p:nvSpPr>
          <p:cNvPr id="90" name="Número 90"/>
          <p:cNvSpPr/>
          <p:nvPr/>
        </p:nvSpPr>
        <p:spPr>
          <a:xfrm>
            <a:off x="7498080" y="5760720"/>
            <a:ext cx="731520" cy="731520"/>
          </a:xfrm>
          <a:prstGeom prst="ellipse">
            <a:avLst/>
          </a:prstGeom>
          <a:solidFill>
            <a:srgbClr val="00C8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lang="pt-BR" sz="22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1" name="Forma 91"/>
          <p:cNvSpPr txBox="1"/>
          <p:nvPr/>
        </p:nvSpPr>
        <p:spPr>
          <a:xfrm>
            <a:off x="8458200" y="5577840"/>
            <a:ext cx="544068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pt-BR" sz="2000" b="1">
                <a:solidFill>
                  <a:srgbClr val="2B3445"/>
                </a:solidFill>
                <a:latin typeface="Calibri"/>
                <a:cs typeface="Calibri"/>
              </a:rPr>
              <a:t>Evoluir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pt-BR" sz="1500" b="0">
                <a:solidFill>
                  <a:srgbClr val="52586B"/>
                </a:solidFill>
                <a:latin typeface="Calibri"/>
                <a:cs typeface="Calibri"/>
              </a:rPr>
              <a:t>Usar o histórico de notas para refinar as regras de priorização.</a:t>
            </a:r>
          </a:p>
        </p:txBody>
      </p:sp>
      <p:sp>
        <p:nvSpPr>
          <p:cNvPr id="2" name="Rodapé 2"/>
          <p:cNvSpPr/>
          <p:nvPr/>
        </p:nvSpPr>
        <p:spPr>
          <a:xfrm>
            <a:off x="9144" y="7392924"/>
            <a:ext cx="14621256" cy="914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wrap="square" lIns="731520" tIns="731520" rIns="731520" bIns="731520" rtlCol="0" anchor="ctr">
            <a:no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lang="pt-BR" sz="1400" b="0">
                <a:solidFill>
                  <a:srgbClr val="FFFFFF"/>
                </a:solidFill>
                <a:latin typeface="Calibri"/>
                <a:cs typeface="Calibri"/>
              </a:rPr>
              <a:t>Aplicativo de Gestão de Chamados – TUR</a:t>
            </a:r>
          </a:p>
        </p:txBody>
      </p:sp>
      <p:sp>
        <p:nvSpPr>
          <p:cNvPr id="3" name="Página 3"/>
          <p:cNvSpPr txBox="1"/>
          <p:nvPr/>
        </p:nvSpPr>
        <p:spPr>
          <a:xfrm>
            <a:off x="12984480" y="7392924"/>
            <a:ext cx="914400" cy="8412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Aft>
                <a:spcPts val="0"/>
              </a:spcAft>
              <a:buNone/>
            </a:pPr>
            <a:r>
              <a:rPr lang="pt-BR" sz="1400" b="1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88B29C66-420B-4B5A-972D-EFCBA90DE1D4}"/>
              </a:ext>
            </a:extLst>
          </p:cNvPr>
          <p:cNvSpPr/>
          <p:nvPr/>
        </p:nvSpPr>
        <p:spPr>
          <a:xfrm>
            <a:off x="-1679" y="-3358"/>
            <a:ext cx="14625414" cy="8242378"/>
          </a:xfrm>
          <a:prstGeom prst="rect">
            <a:avLst/>
          </a:prstGeom>
          <a:solidFill>
            <a:srgbClr val="002060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Image" descr="Image">
            <a:extLst>
              <a:ext uri="{FF2B5EF4-FFF2-40B4-BE49-F238E27FC236}">
                <a16:creationId xmlns:a16="http://schemas.microsoft.com/office/drawing/2014/main" id="{6E896788-4905-40E4-B0A0-C192F0303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5901" y="-4191001"/>
            <a:ext cx="16574433" cy="1524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5" name="TextBox 14">
            <a:extLst>
              <a:ext uri="{FF2B5EF4-FFF2-40B4-BE49-F238E27FC236}">
                <a16:creationId xmlns:a16="http://schemas.microsoft.com/office/drawing/2014/main" id="{07D82FC0-6E3A-4BA5-A532-962B84445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63838"/>
            <a:ext cx="12192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tIns="45720" rIns="45719" bIns="45720" anchor="t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ctr" eaLnBrk="1"/>
            <a:r>
              <a:rPr lang="pt-BR" sz="4800">
                <a:solidFill>
                  <a:srgbClr val="00C85A"/>
                </a:solidFill>
                <a:latin typeface="Suzano Unicase"/>
                <a:ea typeface="Suzano Sans Regular"/>
                <a:cs typeface="Suzano Sans Regular"/>
                <a:sym typeface="Suzano Sans Regular"/>
              </a:rPr>
              <a:t>Agradecemos</a:t>
            </a:r>
            <a:endParaRPr lang="pt-BR" sz="4800" noProof="0">
              <a:solidFill>
                <a:srgbClr val="00C85A"/>
              </a:solidFill>
              <a:latin typeface="Suzano Unicase" panose="02010503030508060203" pitchFamily="2" charset="0"/>
              <a:ea typeface="Suzano Sans Regular"/>
              <a:cs typeface="Suzano Sans Regular"/>
              <a:sym typeface="Suzano Sans Regular"/>
            </a:endParaRP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EDB8C465-0AD3-4CFF-B5A1-9F9F57B00568}"/>
              </a:ext>
            </a:extLst>
          </p:cNvPr>
          <p:cNvGrpSpPr/>
          <p:nvPr/>
        </p:nvGrpSpPr>
        <p:grpSpPr>
          <a:xfrm>
            <a:off x="2412140" y="5350680"/>
            <a:ext cx="8298416" cy="1033866"/>
            <a:chOff x="2412140" y="5350680"/>
            <a:chExt cx="8298416" cy="1033866"/>
          </a:xfrm>
        </p:grpSpPr>
        <p:grpSp>
          <p:nvGrpSpPr>
            <p:cNvPr id="28" name="Group 3">
              <a:extLst>
                <a:ext uri="{FF2B5EF4-FFF2-40B4-BE49-F238E27FC236}">
                  <a16:creationId xmlns:a16="http://schemas.microsoft.com/office/drawing/2014/main" id="{D32623D2-0B3F-4C56-A274-3261DB311A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2140" y="5705901"/>
              <a:ext cx="6047082" cy="323424"/>
              <a:chOff x="2412141" y="5705901"/>
              <a:chExt cx="6047521" cy="323324"/>
            </a:xfrm>
          </p:grpSpPr>
          <p:grpSp>
            <p:nvGrpSpPr>
              <p:cNvPr id="31" name="Group">
                <a:extLst>
                  <a:ext uri="{FF2B5EF4-FFF2-40B4-BE49-F238E27FC236}">
                    <a16:creationId xmlns:a16="http://schemas.microsoft.com/office/drawing/2014/main" id="{2B5B303D-B48F-4676-BF7F-6D09946AB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2141" y="5705901"/>
                <a:ext cx="1972100" cy="323324"/>
                <a:chOff x="2412141" y="5705901"/>
                <a:chExt cx="1859112" cy="304800"/>
              </a:xfrm>
            </p:grpSpPr>
            <p:sp>
              <p:nvSpPr>
                <p:cNvPr id="41" name="CaixaDeTexto 28">
                  <a:hlinkClick r:id="rId4"/>
                  <a:extLst>
                    <a:ext uri="{FF2B5EF4-FFF2-40B4-BE49-F238E27FC236}">
                      <a16:creationId xmlns:a16="http://schemas.microsoft.com/office/drawing/2014/main" id="{B6B55279-5861-4C4E-BA5A-8A059996B1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4073" y="5705901"/>
                  <a:ext cx="1587180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pt-BR" sz="1100" noProof="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@suzanoempresa</a:t>
                  </a:r>
                </a:p>
              </p:txBody>
            </p:sp>
            <p:pic>
              <p:nvPicPr>
                <p:cNvPr id="42" name="Image" descr="Image">
                  <a:extLst>
                    <a:ext uri="{FF2B5EF4-FFF2-40B4-BE49-F238E27FC236}">
                      <a16:creationId xmlns:a16="http://schemas.microsoft.com/office/drawing/2014/main" id="{8BDB49B5-977A-4267-B77D-0CF980C77D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12141" y="5744001"/>
                  <a:ext cx="228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2" name="Group">
                <a:extLst>
                  <a:ext uri="{FF2B5EF4-FFF2-40B4-BE49-F238E27FC236}">
                    <a16:creationId xmlns:a16="http://schemas.microsoft.com/office/drawing/2014/main" id="{F475D6AB-161B-43F0-9014-E3F7FD42AF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06204" y="5705901"/>
                <a:ext cx="1998222" cy="323324"/>
                <a:chOff x="4206204" y="5705901"/>
                <a:chExt cx="1883737" cy="304800"/>
              </a:xfrm>
            </p:grpSpPr>
            <p:sp>
              <p:nvSpPr>
                <p:cNvPr id="39" name="CaixaDeTexto 38">
                  <a:hlinkClick r:id="rId6"/>
                  <a:extLst>
                    <a:ext uri="{FF2B5EF4-FFF2-40B4-BE49-F238E27FC236}">
                      <a16:creationId xmlns:a16="http://schemas.microsoft.com/office/drawing/2014/main" id="{C2E62F48-EBBD-42CA-9173-896D47E287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02761" y="5705901"/>
                  <a:ext cx="1587180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pt-BR" sz="1100" noProof="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@suzano_oficial</a:t>
                  </a:r>
                </a:p>
              </p:txBody>
            </p:sp>
            <p:pic>
              <p:nvPicPr>
                <p:cNvPr id="40" name="Image" descr="Image">
                  <a:extLst>
                    <a:ext uri="{FF2B5EF4-FFF2-40B4-BE49-F238E27FC236}">
                      <a16:creationId xmlns:a16="http://schemas.microsoft.com/office/drawing/2014/main" id="{F3763DF0-6B16-4372-AA1B-AA4AA895E5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06204" y="5744001"/>
                  <a:ext cx="228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3" name="Group">
                <a:extLst>
                  <a:ext uri="{FF2B5EF4-FFF2-40B4-BE49-F238E27FC236}">
                    <a16:creationId xmlns:a16="http://schemas.microsoft.com/office/drawing/2014/main" id="{83377FD5-8C46-4FA1-B5E8-3DD86120B7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67998" y="5705901"/>
                <a:ext cx="1187175" cy="323324"/>
                <a:chOff x="5967998" y="5705901"/>
                <a:chExt cx="1119157" cy="304800"/>
              </a:xfrm>
            </p:grpSpPr>
            <p:sp>
              <p:nvSpPr>
                <p:cNvPr id="37" name="CaixaDeTexto 43">
                  <a:hlinkClick r:id="rId8"/>
                  <a:extLst>
                    <a:ext uri="{FF2B5EF4-FFF2-40B4-BE49-F238E27FC236}">
                      <a16:creationId xmlns:a16="http://schemas.microsoft.com/office/drawing/2014/main" id="{C68AE925-AF5F-4A1D-A106-BCDC91AB807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8942" y="5705901"/>
                  <a:ext cx="838213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pt-BR" sz="1100" noProof="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</a:t>
                  </a:r>
                </a:p>
              </p:txBody>
            </p:sp>
            <p:pic>
              <p:nvPicPr>
                <p:cNvPr id="38" name="Image" descr="Image">
                  <a:extLst>
                    <a:ext uri="{FF2B5EF4-FFF2-40B4-BE49-F238E27FC236}">
                      <a16:creationId xmlns:a16="http://schemas.microsoft.com/office/drawing/2014/main" id="{7AB72712-5EA5-4D1D-A266-6E6BD06AB2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67998" y="5788054"/>
                  <a:ext cx="228600" cy="1625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4" name="Group">
                <a:extLst>
                  <a:ext uri="{FF2B5EF4-FFF2-40B4-BE49-F238E27FC236}">
                    <a16:creationId xmlns:a16="http://schemas.microsoft.com/office/drawing/2014/main" id="{834EFF0F-7455-4159-9AD0-551FD229FE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0699" y="5705901"/>
                <a:ext cx="1248963" cy="323324"/>
                <a:chOff x="7210699" y="5705901"/>
                <a:chExt cx="1177405" cy="304800"/>
              </a:xfrm>
            </p:grpSpPr>
            <p:sp>
              <p:nvSpPr>
                <p:cNvPr id="35" name="CaixaDeTexto 44">
                  <a:hlinkClick r:id="rId10"/>
                  <a:extLst>
                    <a:ext uri="{FF2B5EF4-FFF2-40B4-BE49-F238E27FC236}">
                      <a16:creationId xmlns:a16="http://schemas.microsoft.com/office/drawing/2014/main" id="{49301BB5-9336-49BD-A4DC-FB545EF9BB4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07044" y="5705901"/>
                  <a:ext cx="881060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pt-BR" sz="1100" noProof="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</a:t>
                  </a:r>
                </a:p>
              </p:txBody>
            </p:sp>
            <p:pic>
              <p:nvPicPr>
                <p:cNvPr id="36" name="Image" descr="Image">
                  <a:extLst>
                    <a:ext uri="{FF2B5EF4-FFF2-40B4-BE49-F238E27FC236}">
                      <a16:creationId xmlns:a16="http://schemas.microsoft.com/office/drawing/2014/main" id="{B2097ACC-17AD-4D57-887D-6395039239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210699" y="5744001"/>
                  <a:ext cx="228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9" name="CaixaDeTexto 45">
              <a:hlinkClick r:id="rId10"/>
              <a:extLst>
                <a:ext uri="{FF2B5EF4-FFF2-40B4-BE49-F238E27FC236}">
                  <a16:creationId xmlns:a16="http://schemas.microsoft.com/office/drawing/2014/main" id="{B92E0394-DC96-4D87-95EC-B3E0A6BC2422}"/>
                </a:ext>
              </a:extLst>
            </p:cNvPr>
            <p:cNvSpPr txBox="1"/>
            <p:nvPr/>
          </p:nvSpPr>
          <p:spPr>
            <a:xfrm>
              <a:off x="8338623" y="5744936"/>
              <a:ext cx="1264127" cy="2539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:lc="http://schemas.openxmlformats.org/drawingml/2006/lockedCanvas" xmlns="" val="1"/>
              </a:ext>
            </a:extLst>
          </p:spPr>
          <p:txBody>
            <a:bodyPr wrap="none" lIns="45719" rIns="45719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100" kern="1200">
                  <a:solidFill>
                    <a:srgbClr val="000000"/>
                  </a:solidFill>
                  <a:latin typeface="Suzano Text Medium"/>
                  <a:ea typeface="Suzano Text Medium"/>
                  <a:cs typeface="Suzano Text Medium"/>
                  <a:sym typeface="Suzano Text Medium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r>
                <a:rPr lang="pt-BR" sz="1050" noProof="0">
                  <a:solidFill>
                    <a:srgbClr val="EBEBEB"/>
                  </a:solidFill>
                  <a:latin typeface="Suzano Display" panose="02010503030508060203" pitchFamily="2" charset="0"/>
                </a:rPr>
                <a:t>Acesse nosso site :</a:t>
              </a:r>
            </a:p>
          </p:txBody>
        </p:sp>
        <p:pic>
          <p:nvPicPr>
            <p:cNvPr id="30" name="Imagem 29" descr="Imagem 20">
              <a:extLst>
                <a:ext uri="{FF2B5EF4-FFF2-40B4-BE49-F238E27FC236}">
                  <a16:creationId xmlns:a16="http://schemas.microsoft.com/office/drawing/2014/main" id="{E2BEDA46-2D2B-4930-B675-2386680ED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479" t="5092" r="4706" b="4278"/>
            <a:stretch>
              <a:fillRect/>
            </a:stretch>
          </p:blipFill>
          <p:spPr>
            <a:xfrm>
              <a:off x="9674598" y="5350680"/>
              <a:ext cx="1035958" cy="1033866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27" name="Image" descr="Image">
            <a:extLst>
              <a:ext uri="{FF2B5EF4-FFF2-40B4-BE49-F238E27FC236}">
                <a16:creationId xmlns:a16="http://schemas.microsoft.com/office/drawing/2014/main" id="{6A00A24C-8FC3-4F48-96FF-FF85E001D9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0808" y="4093727"/>
            <a:ext cx="1166687" cy="667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871</Words>
  <Application>Microsoft Office PowerPoint</Application>
  <PresentationFormat>Personalizar</PresentationFormat>
  <Paragraphs>168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Suzano Unicase</vt:lpstr>
      <vt:lpstr>Arial</vt:lpstr>
      <vt:lpstr>Suzano Sans Regular</vt:lpstr>
      <vt:lpstr>Calibri Light</vt:lpstr>
      <vt:lpstr>Suzano Display</vt:lpstr>
      <vt:lpstr>Calibri</vt:lpstr>
      <vt:lpstr>Suzano Text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Ryan Lobato</cp:lastModifiedBy>
  <cp:revision>4</cp:revision>
  <dcterms:created xsi:type="dcterms:W3CDTF">2025-08-01T16:41:03Z</dcterms:created>
  <dcterms:modified xsi:type="dcterms:W3CDTF">2026-10-05T18:44:35Z</dcterms:modified>
</cp:coreProperties>
</file>